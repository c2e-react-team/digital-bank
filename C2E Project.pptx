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089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65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85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097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525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07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00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85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57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4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485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34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251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91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925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42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361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8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301F256-6460-43DD-AC2C-557E59AD6F5D}" type="datetimeFigureOut">
              <a:rPr lang="en-IN" smtClean="0"/>
              <a:t>31-10-2020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02D8D01-A8AF-4632-8BCA-3E81BF923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4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37E4-6CA3-43FC-BAB0-262F809D33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C2E 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CDFA7A-844D-474D-B52D-02B4D7703D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Bank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993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CF7F-426B-4895-B6FB-5298361B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CC8A4-DAEF-493C-AD9E-3A64287F8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Amisha</a:t>
            </a:r>
            <a:r>
              <a:rPr lang="en-US" dirty="0"/>
              <a:t> Kumari ( 498535 )</a:t>
            </a:r>
          </a:p>
          <a:p>
            <a:r>
              <a:rPr lang="en-US" dirty="0"/>
              <a:t>2. </a:t>
            </a:r>
            <a:r>
              <a:rPr lang="en-US" dirty="0" err="1"/>
              <a:t>Brunda</a:t>
            </a:r>
            <a:r>
              <a:rPr lang="en-US" dirty="0"/>
              <a:t> </a:t>
            </a:r>
            <a:r>
              <a:rPr lang="en-US" dirty="0" err="1"/>
              <a:t>Kalappa</a:t>
            </a:r>
            <a:r>
              <a:rPr lang="en-US" dirty="0"/>
              <a:t> ( 498532 )</a:t>
            </a:r>
          </a:p>
          <a:p>
            <a:r>
              <a:rPr lang="en-US" dirty="0"/>
              <a:t>3. Krishna Sai </a:t>
            </a:r>
            <a:r>
              <a:rPr lang="en-US" dirty="0" err="1"/>
              <a:t>Gandi</a:t>
            </a:r>
            <a:r>
              <a:rPr lang="en-US" dirty="0"/>
              <a:t> ( 498539 )</a:t>
            </a:r>
          </a:p>
          <a:p>
            <a:r>
              <a:rPr lang="en-US" dirty="0"/>
              <a:t>4. </a:t>
            </a:r>
            <a:r>
              <a:rPr lang="en-US" dirty="0" err="1"/>
              <a:t>Souvick</a:t>
            </a:r>
            <a:r>
              <a:rPr lang="en-US" dirty="0"/>
              <a:t> Mondal ( 498543 )</a:t>
            </a:r>
          </a:p>
          <a:p>
            <a:r>
              <a:rPr lang="en-US" dirty="0"/>
              <a:t>5. Veena </a:t>
            </a:r>
            <a:r>
              <a:rPr lang="en-US" dirty="0" err="1"/>
              <a:t>Prathyusha</a:t>
            </a:r>
            <a:r>
              <a:rPr lang="en-US" dirty="0"/>
              <a:t> </a:t>
            </a:r>
            <a:r>
              <a:rPr lang="en-US" dirty="0" err="1"/>
              <a:t>Bollapragada</a:t>
            </a:r>
            <a:r>
              <a:rPr lang="en-US" dirty="0"/>
              <a:t> ( 498533 )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60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B122-0423-4E6B-AF74-2C3D9D1B0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4A4A-9AE0-4FE5-A470-A3B35BECD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 Bank wants to introduce a new feature in its banking app offering customized deals to buy a house or vehicle for its consumers. </a:t>
            </a:r>
          </a:p>
          <a:p>
            <a:r>
              <a:rPr lang="en-US" dirty="0"/>
              <a:t>The bank has collaborated with multiple builders &amp; Car dealers and has decided to develop a state of the art system which tracks builder/dealer track record, financial health &amp; based on customer financial health and behavior provides them one stop option to make a buy decision providing them loan and hassle free buy with minimal documentation.</a:t>
            </a:r>
          </a:p>
          <a:p>
            <a:r>
              <a:rPr lang="en-US" dirty="0"/>
              <a:t>The system is expected to be a win </a:t>
            </a:r>
            <a:r>
              <a:rPr lang="en-US" dirty="0" err="1"/>
              <a:t>win</a:t>
            </a:r>
            <a:r>
              <a:rPr lang="en-US" dirty="0"/>
              <a:t> solution for builders / dealers , consumers as well as the bank. The system consists of bank’s mobile app and supporting server side components and uses cutting edge algorithms to come up with the adaptive quotes.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01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AFD87-3566-408A-8DE8-034DCE93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F107-CBC7-4986-914B-DFD65AE34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customer should login with his/her Customer ID and check the customized deals available for him/her.</a:t>
            </a:r>
          </a:p>
          <a:p>
            <a:r>
              <a:rPr lang="en-US" dirty="0"/>
              <a:t>Deal customization and Loan Amount Calculation is done based on the analysis of his/her income, credit history and other factors.</a:t>
            </a:r>
          </a:p>
          <a:p>
            <a:r>
              <a:rPr lang="en-US" dirty="0"/>
              <a:t>Through our portal one customer can see the EMI amount he is required to pay based on tenure selected.</a:t>
            </a:r>
          </a:p>
          <a:p>
            <a:r>
              <a:rPr lang="en-US" dirty="0"/>
              <a:t>Lastly a customer can apply for Loan for a deal.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55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6260-9360-4BD2-B8D4-F344A28D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B246-587B-418E-86FB-CB142C6DB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build Sign Up option where users first have to create bank account and then log in to this portal.</a:t>
            </a:r>
          </a:p>
          <a:p>
            <a:r>
              <a:rPr lang="en-US" dirty="0"/>
              <a:t>We can build API for the dealers through which they can have some idea regarding the interest of the customer.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0404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41</TotalTime>
  <Words>299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Impact</vt:lpstr>
      <vt:lpstr>Main Event</vt:lpstr>
      <vt:lpstr>C2E Project</vt:lpstr>
      <vt:lpstr>Team Members</vt:lpstr>
      <vt:lpstr>Problem Statement</vt:lpstr>
      <vt:lpstr>Solution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C2E Project</dc:title>
  <dc:creator>SOUVICK</dc:creator>
  <cp:lastModifiedBy>SOUVICK</cp:lastModifiedBy>
  <cp:revision>1</cp:revision>
  <dcterms:created xsi:type="dcterms:W3CDTF">2020-10-31T05:09:11Z</dcterms:created>
  <dcterms:modified xsi:type="dcterms:W3CDTF">2020-10-31T05:51:06Z</dcterms:modified>
</cp:coreProperties>
</file>