
<file path=[Content_Types].xml><?xml version="1.0" encoding="utf-8"?>
<Types xmlns="http://schemas.openxmlformats.org/package/2006/content-types">
  <Default Extension="glb" ContentType="model/gltf.binary"/>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 id="2147483757" r:id="rId2"/>
  </p:sldMasterIdLst>
  <p:sldIdLst>
    <p:sldId id="260" r:id="rId3"/>
    <p:sldId id="257" r:id="rId4"/>
    <p:sldId id="261" r:id="rId5"/>
    <p:sldId id="265" r:id="rId6"/>
    <p:sldId id="262" r:id="rId7"/>
    <p:sldId id="268" r:id="rId8"/>
    <p:sldId id="269" r:id="rId9"/>
    <p:sldId id="259" r:id="rId10"/>
    <p:sldId id="264" r:id="rId11"/>
    <p:sldId id="266" r:id="rId1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06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4D7398-154E-446F-A1B7-9C9437BD6616}" v="11" dt="2020-11-03T12:48:50.644"/>
    <p1510:client id="{2EEA9792-6607-4769-9BA3-6A3DF95E69BE}" v="571" dt="2020-11-03T13:15:59.901"/>
    <p1510:client id="{346EC48E-FFC4-48F9-81FC-5F70CF37ED22}" v="4" dt="2020-11-03T06:00:19.325"/>
    <p1510:client id="{66654042-9BF4-4F1D-BDBB-E0D99B201B52}" v="4" dt="2020-11-03T12:51:02.528"/>
    <p1510:client id="{B588E718-D581-4929-976A-541BBADD1EB6}" v="4" dt="2020-11-03T12:11:58.235"/>
    <p1510:client id="{BE3AFD05-D7F8-4351-81A0-5F7F3B5E8662}" v="60" dt="2020-11-03T12:36:38.722"/>
    <p1510:client id="{C4D41FDD-B293-40D7-9C66-C5051BEAB8BA}" v="140" dt="2020-11-03T12:56:58.7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isha KUMARI" userId="S::amishakumari@dbs.com::10996380-88aa-4724-92ed-65618f0e2b2a" providerId="AD" clId="Web-{164D7398-154E-446F-A1B7-9C9437BD6616}"/>
    <pc:docChg chg="modSld">
      <pc:chgData name="Amisha KUMARI" userId="S::amishakumari@dbs.com::10996380-88aa-4724-92ed-65618f0e2b2a" providerId="AD" clId="Web-{164D7398-154E-446F-A1B7-9C9437BD6616}" dt="2020-11-03T12:48:50.644" v="10"/>
      <pc:docMkLst>
        <pc:docMk/>
      </pc:docMkLst>
      <pc:sldChg chg="modSp">
        <pc:chgData name="Amisha KUMARI" userId="S::amishakumari@dbs.com::10996380-88aa-4724-92ed-65618f0e2b2a" providerId="AD" clId="Web-{164D7398-154E-446F-A1B7-9C9437BD6616}" dt="2020-11-03T12:48:50.644" v="10"/>
        <pc:sldMkLst>
          <pc:docMk/>
          <pc:sldMk cId="0" sldId="259"/>
        </pc:sldMkLst>
        <pc:picChg chg="mod modCrop">
          <ac:chgData name="Amisha KUMARI" userId="S::amishakumari@dbs.com::10996380-88aa-4724-92ed-65618f0e2b2a" providerId="AD" clId="Web-{164D7398-154E-446F-A1B7-9C9437BD6616}" dt="2020-11-03T12:48:50.644" v="10"/>
          <ac:picMkLst>
            <pc:docMk/>
            <pc:sldMk cId="0" sldId="259"/>
            <ac:picMk id="3" creationId="{D71BFB89-BB73-43CB-BE96-22FC71FD7357}"/>
          </ac:picMkLst>
        </pc:picChg>
        <pc:picChg chg="mod">
          <ac:chgData name="Amisha KUMARI" userId="S::amishakumari@dbs.com::10996380-88aa-4724-92ed-65618f0e2b2a" providerId="AD" clId="Web-{164D7398-154E-446F-A1B7-9C9437BD6616}" dt="2020-11-03T12:46:27.504" v="3"/>
          <ac:picMkLst>
            <pc:docMk/>
            <pc:sldMk cId="0" sldId="259"/>
            <ac:picMk id="8194" creationId="{00000000-0000-0000-0000-000000000000}"/>
          </ac:picMkLst>
        </pc:picChg>
        <pc:picChg chg="mod">
          <ac:chgData name="Amisha KUMARI" userId="S::amishakumari@dbs.com::10996380-88aa-4724-92ed-65618f0e2b2a" providerId="AD" clId="Web-{164D7398-154E-446F-A1B7-9C9437BD6616}" dt="2020-11-03T12:47:17.692" v="6"/>
          <ac:picMkLst>
            <pc:docMk/>
            <pc:sldMk cId="0" sldId="259"/>
            <ac:picMk id="8195" creationId="{00000000-0000-0000-0000-000000000000}"/>
          </ac:picMkLst>
        </pc:picChg>
        <pc:picChg chg="mod">
          <ac:chgData name="Amisha KUMARI" userId="S::amishakumari@dbs.com::10996380-88aa-4724-92ed-65618f0e2b2a" providerId="AD" clId="Web-{164D7398-154E-446F-A1B7-9C9437BD6616}" dt="2020-11-03T12:46:34.551" v="4"/>
          <ac:picMkLst>
            <pc:docMk/>
            <pc:sldMk cId="0" sldId="259"/>
            <ac:picMk id="8196" creationId="{00000000-0000-0000-0000-000000000000}"/>
          </ac:picMkLst>
        </pc:picChg>
        <pc:picChg chg="mod">
          <ac:chgData name="Amisha KUMARI" userId="S::amishakumari@dbs.com::10996380-88aa-4724-92ed-65618f0e2b2a" providerId="AD" clId="Web-{164D7398-154E-446F-A1B7-9C9437BD6616}" dt="2020-11-03T12:46:01.536" v="2"/>
          <ac:picMkLst>
            <pc:docMk/>
            <pc:sldMk cId="0" sldId="259"/>
            <ac:picMk id="8197" creationId="{00000000-0000-0000-0000-000000000000}"/>
          </ac:picMkLst>
        </pc:picChg>
      </pc:sldChg>
    </pc:docChg>
  </pc:docChgLst>
  <pc:docChgLst>
    <pc:chgData name="Amisha KUMARI" userId="S::amishakumari@dbs.com::10996380-88aa-4724-92ed-65618f0e2b2a" providerId="AD" clId="Web-{BE3AFD05-D7F8-4351-81A0-5F7F3B5E8662}"/>
    <pc:docChg chg="delSld modSld">
      <pc:chgData name="Amisha KUMARI" userId="S::amishakumari@dbs.com::10996380-88aa-4724-92ed-65618f0e2b2a" providerId="AD" clId="Web-{BE3AFD05-D7F8-4351-81A0-5F7F3B5E8662}" dt="2020-11-03T12:36:38.722" v="56" actId="20577"/>
      <pc:docMkLst>
        <pc:docMk/>
      </pc:docMkLst>
      <pc:sldChg chg="addSp modSp">
        <pc:chgData name="Amisha KUMARI" userId="S::amishakumari@dbs.com::10996380-88aa-4724-92ed-65618f0e2b2a" providerId="AD" clId="Web-{BE3AFD05-D7F8-4351-81A0-5F7F3B5E8662}" dt="2020-11-03T12:34:14.064" v="40" actId="14100"/>
        <pc:sldMkLst>
          <pc:docMk/>
          <pc:sldMk cId="0" sldId="259"/>
        </pc:sldMkLst>
        <pc:spChg chg="mod">
          <ac:chgData name="Amisha KUMARI" userId="S::amishakumari@dbs.com::10996380-88aa-4724-92ed-65618f0e2b2a" providerId="AD" clId="Web-{BE3AFD05-D7F8-4351-81A0-5F7F3B5E8662}" dt="2020-11-03T12:34:14.064" v="40" actId="14100"/>
          <ac:spMkLst>
            <pc:docMk/>
            <pc:sldMk cId="0" sldId="259"/>
            <ac:spMk id="2" creationId="{39B74CCE-E1EE-4918-BDB5-5C9257963851}"/>
          </ac:spMkLst>
        </pc:spChg>
        <pc:picChg chg="add mod">
          <ac:chgData name="Amisha KUMARI" userId="S::amishakumari@dbs.com::10996380-88aa-4724-92ed-65618f0e2b2a" providerId="AD" clId="Web-{BE3AFD05-D7F8-4351-81A0-5F7F3B5E8662}" dt="2020-11-03T12:33:17.860" v="15" actId="14100"/>
          <ac:picMkLst>
            <pc:docMk/>
            <pc:sldMk cId="0" sldId="259"/>
            <ac:picMk id="3" creationId="{D71BFB89-BB73-43CB-BE96-22FC71FD7357}"/>
          </ac:picMkLst>
        </pc:picChg>
      </pc:sldChg>
      <pc:sldChg chg="addSp modSp">
        <pc:chgData name="Amisha KUMARI" userId="S::amishakumari@dbs.com::10996380-88aa-4724-92ed-65618f0e2b2a" providerId="AD" clId="Web-{BE3AFD05-D7F8-4351-81A0-5F7F3B5E8662}" dt="2020-11-03T12:36:36.737" v="54" actId="20577"/>
        <pc:sldMkLst>
          <pc:docMk/>
          <pc:sldMk cId="0" sldId="260"/>
        </pc:sldMkLst>
        <pc:spChg chg="add mod">
          <ac:chgData name="Amisha KUMARI" userId="S::amishakumari@dbs.com::10996380-88aa-4724-92ed-65618f0e2b2a" providerId="AD" clId="Web-{BE3AFD05-D7F8-4351-81A0-5F7F3B5E8662}" dt="2020-11-03T12:36:36.737" v="54" actId="20577"/>
          <ac:spMkLst>
            <pc:docMk/>
            <pc:sldMk cId="0" sldId="260"/>
            <ac:spMk id="2" creationId="{5F217440-88A0-457A-8956-BC4D781EDEB2}"/>
          </ac:spMkLst>
        </pc:spChg>
        <pc:spChg chg="mod">
          <ac:chgData name="Amisha KUMARI" userId="S::amishakumari@dbs.com::10996380-88aa-4724-92ed-65618f0e2b2a" providerId="AD" clId="Web-{BE3AFD05-D7F8-4351-81A0-5F7F3B5E8662}" dt="2020-11-03T12:24:53.980" v="6" actId="20577"/>
          <ac:spMkLst>
            <pc:docMk/>
            <pc:sldMk cId="0" sldId="260"/>
            <ac:spMk id="5123" creationId="{00000000-0000-0000-0000-000000000000}"/>
          </ac:spMkLst>
        </pc:spChg>
      </pc:sldChg>
      <pc:sldChg chg="modSp">
        <pc:chgData name="Amisha KUMARI" userId="S::amishakumari@dbs.com::10996380-88aa-4724-92ed-65618f0e2b2a" providerId="AD" clId="Web-{BE3AFD05-D7F8-4351-81A0-5F7F3B5E8662}" dt="2020-11-03T12:35:13.393" v="43" actId="20577"/>
        <pc:sldMkLst>
          <pc:docMk/>
          <pc:sldMk cId="2168379921" sldId="262"/>
        </pc:sldMkLst>
        <pc:spChg chg="mod">
          <ac:chgData name="Amisha KUMARI" userId="S::amishakumari@dbs.com::10996380-88aa-4724-92ed-65618f0e2b2a" providerId="AD" clId="Web-{BE3AFD05-D7F8-4351-81A0-5F7F3B5E8662}" dt="2020-11-03T12:35:13.393" v="43" actId="20577"/>
          <ac:spMkLst>
            <pc:docMk/>
            <pc:sldMk cId="2168379921" sldId="262"/>
            <ac:spMk id="6146" creationId="{00000000-0000-0000-0000-000000000000}"/>
          </ac:spMkLst>
        </pc:spChg>
      </pc:sldChg>
      <pc:sldChg chg="del">
        <pc:chgData name="Amisha KUMARI" userId="S::amishakumari@dbs.com::10996380-88aa-4724-92ed-65618f0e2b2a" providerId="AD" clId="Web-{BE3AFD05-D7F8-4351-81A0-5F7F3B5E8662}" dt="2020-11-03T12:26:45.106" v="7"/>
        <pc:sldMkLst>
          <pc:docMk/>
          <pc:sldMk cId="3419621865" sldId="263"/>
        </pc:sldMkLst>
      </pc:sldChg>
    </pc:docChg>
  </pc:docChgLst>
  <pc:docChgLst>
    <pc:chgData name="Amisha KUMARI" userId="S::amishakumari@dbs.com::10996380-88aa-4724-92ed-65618f0e2b2a" providerId="AD" clId="Web-{B588E718-D581-4929-976A-541BBADD1EB6}"/>
    <pc:docChg chg="modSld">
      <pc:chgData name="Amisha KUMARI" userId="S::amishakumari@dbs.com::10996380-88aa-4724-92ed-65618f0e2b2a" providerId="AD" clId="Web-{B588E718-D581-4929-976A-541BBADD1EB6}" dt="2020-11-03T12:11:58.235" v="3"/>
      <pc:docMkLst>
        <pc:docMk/>
      </pc:docMkLst>
      <pc:sldChg chg="addSp delSp modSp">
        <pc:chgData name="Amisha KUMARI" userId="S::amishakumari@dbs.com::10996380-88aa-4724-92ed-65618f0e2b2a" providerId="AD" clId="Web-{B588E718-D581-4929-976A-541BBADD1EB6}" dt="2020-11-03T12:11:58.235" v="3"/>
        <pc:sldMkLst>
          <pc:docMk/>
          <pc:sldMk cId="0" sldId="259"/>
        </pc:sldMkLst>
        <pc:spChg chg="add del mod">
          <ac:chgData name="Amisha KUMARI" userId="S::amishakumari@dbs.com::10996380-88aa-4724-92ed-65618f0e2b2a" providerId="AD" clId="Web-{B588E718-D581-4929-976A-541BBADD1EB6}" dt="2020-11-03T12:11:58.235" v="3"/>
          <ac:spMkLst>
            <pc:docMk/>
            <pc:sldMk cId="0" sldId="259"/>
            <ac:spMk id="3" creationId="{D045CF89-F237-4595-993A-AEDC42611311}"/>
          </ac:spMkLst>
        </pc:spChg>
      </pc:sldChg>
    </pc:docChg>
  </pc:docChgLst>
  <pc:docChgLst>
    <pc:chgData name="Brunda KALAPPA" userId="S::brundakalappa@dbs.com::f6900a95-0220-4bf6-bbe4-d9db01da6d97" providerId="AD" clId="Web-{346EC48E-FFC4-48F9-81FC-5F70CF37ED22}"/>
    <pc:docChg chg="modSld">
      <pc:chgData name="Brunda KALAPPA" userId="S::brundakalappa@dbs.com::f6900a95-0220-4bf6-bbe4-d9db01da6d97" providerId="AD" clId="Web-{346EC48E-FFC4-48F9-81FC-5F70CF37ED22}" dt="2020-11-03T06:00:19.325" v="2" actId="1076"/>
      <pc:docMkLst>
        <pc:docMk/>
      </pc:docMkLst>
      <pc:sldChg chg="addSp delSp modSp">
        <pc:chgData name="Brunda KALAPPA" userId="S::brundakalappa@dbs.com::f6900a95-0220-4bf6-bbe4-d9db01da6d97" providerId="AD" clId="Web-{346EC48E-FFC4-48F9-81FC-5F70CF37ED22}" dt="2020-11-03T06:00:19.325" v="2" actId="1076"/>
        <pc:sldMkLst>
          <pc:docMk/>
          <pc:sldMk cId="2168379921" sldId="262"/>
        </pc:sldMkLst>
        <pc:spChg chg="mod">
          <ac:chgData name="Brunda KALAPPA" userId="S::brundakalappa@dbs.com::f6900a95-0220-4bf6-bbe4-d9db01da6d97" providerId="AD" clId="Web-{346EC48E-FFC4-48F9-81FC-5F70CF37ED22}" dt="2020-11-03T06:00:10.231" v="1"/>
          <ac:spMkLst>
            <pc:docMk/>
            <pc:sldMk cId="2168379921" sldId="262"/>
            <ac:spMk id="6146" creationId="{00000000-0000-0000-0000-000000000000}"/>
          </ac:spMkLst>
        </pc:spChg>
        <pc:spChg chg="del">
          <ac:chgData name="Brunda KALAPPA" userId="S::brundakalappa@dbs.com::f6900a95-0220-4bf6-bbe4-d9db01da6d97" providerId="AD" clId="Web-{346EC48E-FFC4-48F9-81FC-5F70CF37ED22}" dt="2020-11-03T05:59:59.715" v="0"/>
          <ac:spMkLst>
            <pc:docMk/>
            <pc:sldMk cId="2168379921" sldId="262"/>
            <ac:spMk id="6147" creationId="{00000000-0000-0000-0000-000000000000}"/>
          </ac:spMkLst>
        </pc:spChg>
        <pc:picChg chg="add mod ord">
          <ac:chgData name="Brunda KALAPPA" userId="S::brundakalappa@dbs.com::f6900a95-0220-4bf6-bbe4-d9db01da6d97" providerId="AD" clId="Web-{346EC48E-FFC4-48F9-81FC-5F70CF37ED22}" dt="2020-11-03T06:00:19.325" v="2" actId="1076"/>
          <ac:picMkLst>
            <pc:docMk/>
            <pc:sldMk cId="2168379921" sldId="262"/>
            <ac:picMk id="2" creationId="{D4365089-480C-475D-8ADA-6F1C4AA0BBD7}"/>
          </ac:picMkLst>
        </pc:picChg>
      </pc:sldChg>
    </pc:docChg>
  </pc:docChgLst>
  <pc:docChgLst>
    <pc:chgData name="Amisha KUMARI" userId="S::amishakumari@dbs.com::10996380-88aa-4724-92ed-65618f0e2b2a" providerId="AD" clId="Web-{66654042-9BF4-4F1D-BDBB-E0D99B201B52}"/>
    <pc:docChg chg="modSld">
      <pc:chgData name="Amisha KUMARI" userId="S::amishakumari@dbs.com::10996380-88aa-4724-92ed-65618f0e2b2a" providerId="AD" clId="Web-{66654042-9BF4-4F1D-BDBB-E0D99B201B52}" dt="2020-11-03T12:51:02.528" v="3" actId="1076"/>
      <pc:docMkLst>
        <pc:docMk/>
      </pc:docMkLst>
      <pc:sldChg chg="delSp modSp">
        <pc:chgData name="Amisha KUMARI" userId="S::amishakumari@dbs.com::10996380-88aa-4724-92ed-65618f0e2b2a" providerId="AD" clId="Web-{66654042-9BF4-4F1D-BDBB-E0D99B201B52}" dt="2020-11-03T12:51:02.528" v="3" actId="1076"/>
        <pc:sldMkLst>
          <pc:docMk/>
          <pc:sldMk cId="0" sldId="259"/>
        </pc:sldMkLst>
        <pc:spChg chg="mod">
          <ac:chgData name="Amisha KUMARI" userId="S::amishakumari@dbs.com::10996380-88aa-4724-92ed-65618f0e2b2a" providerId="AD" clId="Web-{66654042-9BF4-4F1D-BDBB-E0D99B201B52}" dt="2020-11-03T12:51:02.528" v="3" actId="1076"/>
          <ac:spMkLst>
            <pc:docMk/>
            <pc:sldMk cId="0" sldId="259"/>
            <ac:spMk id="2" creationId="{39B74CCE-E1EE-4918-BDB5-5C9257963851}"/>
          </ac:spMkLst>
        </pc:spChg>
        <pc:picChg chg="mod">
          <ac:chgData name="Amisha KUMARI" userId="S::amishakumari@dbs.com::10996380-88aa-4724-92ed-65618f0e2b2a" providerId="AD" clId="Web-{66654042-9BF4-4F1D-BDBB-E0D99B201B52}" dt="2020-11-03T12:50:51.169" v="2" actId="1076"/>
          <ac:picMkLst>
            <pc:docMk/>
            <pc:sldMk cId="0" sldId="259"/>
            <ac:picMk id="3" creationId="{D71BFB89-BB73-43CB-BE96-22FC71FD7357}"/>
          </ac:picMkLst>
        </pc:picChg>
        <pc:picChg chg="del">
          <ac:chgData name="Amisha KUMARI" userId="S::amishakumari@dbs.com::10996380-88aa-4724-92ed-65618f0e2b2a" providerId="AD" clId="Web-{66654042-9BF4-4F1D-BDBB-E0D99B201B52}" dt="2020-11-03T12:50:36.810" v="1"/>
          <ac:picMkLst>
            <pc:docMk/>
            <pc:sldMk cId="0" sldId="259"/>
            <ac:picMk id="8194" creationId="{00000000-0000-0000-0000-000000000000}"/>
          </ac:picMkLst>
        </pc:picChg>
        <pc:picChg chg="del">
          <ac:chgData name="Amisha KUMARI" userId="S::amishakumari@dbs.com::10996380-88aa-4724-92ed-65618f0e2b2a" providerId="AD" clId="Web-{66654042-9BF4-4F1D-BDBB-E0D99B201B52}" dt="2020-11-03T12:50:33.310" v="0"/>
          <ac:picMkLst>
            <pc:docMk/>
            <pc:sldMk cId="0" sldId="259"/>
            <ac:picMk id="8195" creationId="{00000000-0000-0000-0000-000000000000}"/>
          </ac:picMkLst>
        </pc:picChg>
      </pc:sldChg>
    </pc:docChg>
  </pc:docChgLst>
  <pc:docChgLst>
    <pc:chgData name="Souvick MONDAL" userId="279a3e49-e315-4065-a7f8-c67c5e19ae50" providerId="ADAL" clId="{C4D41FDD-B293-40D7-9C66-C5051BEAB8BA}"/>
    <pc:docChg chg="undo custSel addSld delSld modSld">
      <pc:chgData name="Souvick MONDAL" userId="279a3e49-e315-4065-a7f8-c67c5e19ae50" providerId="ADAL" clId="{C4D41FDD-B293-40D7-9C66-C5051BEAB8BA}" dt="2020-11-03T12:56:58.710" v="136" actId="2696"/>
      <pc:docMkLst>
        <pc:docMk/>
      </pc:docMkLst>
      <pc:sldChg chg="modSp">
        <pc:chgData name="Souvick MONDAL" userId="279a3e49-e315-4065-a7f8-c67c5e19ae50" providerId="ADAL" clId="{C4D41FDD-B293-40D7-9C66-C5051BEAB8BA}" dt="2020-11-03T06:16:22.595" v="71" actId="14100"/>
        <pc:sldMkLst>
          <pc:docMk/>
          <pc:sldMk cId="0" sldId="260"/>
        </pc:sldMkLst>
        <pc:spChg chg="mod">
          <ac:chgData name="Souvick MONDAL" userId="279a3e49-e315-4065-a7f8-c67c5e19ae50" providerId="ADAL" clId="{C4D41FDD-B293-40D7-9C66-C5051BEAB8BA}" dt="2020-11-03T06:16:22.595" v="71" actId="14100"/>
          <ac:spMkLst>
            <pc:docMk/>
            <pc:sldMk cId="0" sldId="260"/>
            <ac:spMk id="5123" creationId="{00000000-0000-0000-0000-000000000000}"/>
          </ac:spMkLst>
        </pc:spChg>
      </pc:sldChg>
      <pc:sldChg chg="modSp">
        <pc:chgData name="Souvick MONDAL" userId="279a3e49-e315-4065-a7f8-c67c5e19ae50" providerId="ADAL" clId="{C4D41FDD-B293-40D7-9C66-C5051BEAB8BA}" dt="2020-11-03T12:54:56.582" v="122" actId="1076"/>
        <pc:sldMkLst>
          <pc:docMk/>
          <pc:sldMk cId="2168379921" sldId="262"/>
        </pc:sldMkLst>
        <pc:spChg chg="mod">
          <ac:chgData name="Souvick MONDAL" userId="279a3e49-e315-4065-a7f8-c67c5e19ae50" providerId="ADAL" clId="{C4D41FDD-B293-40D7-9C66-C5051BEAB8BA}" dt="2020-11-03T12:54:56.582" v="122" actId="1076"/>
          <ac:spMkLst>
            <pc:docMk/>
            <pc:sldMk cId="2168379921" sldId="262"/>
            <ac:spMk id="6146" creationId="{00000000-0000-0000-0000-000000000000}"/>
          </ac:spMkLst>
        </pc:spChg>
      </pc:sldChg>
      <pc:sldChg chg="modSp add del">
        <pc:chgData name="Souvick MONDAL" userId="279a3e49-e315-4065-a7f8-c67c5e19ae50" providerId="ADAL" clId="{C4D41FDD-B293-40D7-9C66-C5051BEAB8BA}" dt="2020-11-03T12:56:58.710" v="136" actId="2696"/>
        <pc:sldMkLst>
          <pc:docMk/>
          <pc:sldMk cId="111896709" sldId="267"/>
        </pc:sldMkLst>
        <pc:spChg chg="mod">
          <ac:chgData name="Souvick MONDAL" userId="279a3e49-e315-4065-a7f8-c67c5e19ae50" providerId="ADAL" clId="{C4D41FDD-B293-40D7-9C66-C5051BEAB8BA}" dt="2020-11-03T12:55:04.848" v="123"/>
          <ac:spMkLst>
            <pc:docMk/>
            <pc:sldMk cId="111896709" sldId="267"/>
            <ac:spMk id="2" creationId="{A0A94B7A-12B8-476A-B911-BFB8D80A32E4}"/>
          </ac:spMkLst>
        </pc:spChg>
        <pc:spChg chg="mod">
          <ac:chgData name="Souvick MONDAL" userId="279a3e49-e315-4065-a7f8-c67c5e19ae50" providerId="ADAL" clId="{C4D41FDD-B293-40D7-9C66-C5051BEAB8BA}" dt="2020-11-03T12:55:52.332" v="135" actId="5793"/>
          <ac:spMkLst>
            <pc:docMk/>
            <pc:sldMk cId="111896709" sldId="267"/>
            <ac:spMk id="3" creationId="{BE0EB9B9-85A3-432F-AAA9-D06B6B93342C}"/>
          </ac:spMkLst>
        </pc:spChg>
      </pc:sldChg>
      <pc:sldChg chg="add del">
        <pc:chgData name="Souvick MONDAL" userId="279a3e49-e315-4065-a7f8-c67c5e19ae50" providerId="ADAL" clId="{C4D41FDD-B293-40D7-9C66-C5051BEAB8BA}" dt="2020-11-03T12:51:57.507" v="73" actId="2696"/>
        <pc:sldMkLst>
          <pc:docMk/>
          <pc:sldMk cId="2079690603" sldId="267"/>
        </pc:sldMkLst>
      </pc:sldChg>
    </pc:docChg>
  </pc:docChgLst>
  <pc:docChgLst>
    <pc:chgData name="Brunda KALAPPA" userId="f6900a95-0220-4bf6-bbe4-d9db01da6d97" providerId="ADAL" clId="{2EEA9792-6607-4769-9BA3-6A3DF95E69BE}"/>
    <pc:docChg chg="undo custSel addSld delSld modSld">
      <pc:chgData name="Brunda KALAPPA" userId="f6900a95-0220-4bf6-bbe4-d9db01da6d97" providerId="ADAL" clId="{2EEA9792-6607-4769-9BA3-6A3DF95E69BE}" dt="2020-11-03T13:15:59.901" v="566" actId="20577"/>
      <pc:docMkLst>
        <pc:docMk/>
      </pc:docMkLst>
      <pc:sldChg chg="add del">
        <pc:chgData name="Brunda KALAPPA" userId="f6900a95-0220-4bf6-bbe4-d9db01da6d97" providerId="ADAL" clId="{2EEA9792-6607-4769-9BA3-6A3DF95E69BE}" dt="2020-11-03T12:52:30.886" v="2" actId="2696"/>
        <pc:sldMkLst>
          <pc:docMk/>
          <pc:sldMk cId="2355154489" sldId="267"/>
        </pc:sldMkLst>
      </pc:sldChg>
      <pc:sldChg chg="delSp modSp add">
        <pc:chgData name="Brunda KALAPPA" userId="f6900a95-0220-4bf6-bbe4-d9db01da6d97" providerId="ADAL" clId="{2EEA9792-6607-4769-9BA3-6A3DF95E69BE}" dt="2020-11-03T12:53:22.434" v="15" actId="403"/>
        <pc:sldMkLst>
          <pc:docMk/>
          <pc:sldMk cId="4106807258" sldId="268"/>
        </pc:sldMkLst>
        <pc:spChg chg="mod">
          <ac:chgData name="Brunda KALAPPA" userId="f6900a95-0220-4bf6-bbe4-d9db01da6d97" providerId="ADAL" clId="{2EEA9792-6607-4769-9BA3-6A3DF95E69BE}" dt="2020-11-03T12:53:22.434" v="15" actId="403"/>
          <ac:spMkLst>
            <pc:docMk/>
            <pc:sldMk cId="4106807258" sldId="268"/>
            <ac:spMk id="2" creationId="{E26CF9A3-4A6F-4A44-B19C-E0C56D793105}"/>
          </ac:spMkLst>
        </pc:spChg>
        <pc:spChg chg="del">
          <ac:chgData name="Brunda KALAPPA" userId="f6900a95-0220-4bf6-bbe4-d9db01da6d97" providerId="ADAL" clId="{2EEA9792-6607-4769-9BA3-6A3DF95E69BE}" dt="2020-11-03T12:52:46.687" v="7" actId="478"/>
          <ac:spMkLst>
            <pc:docMk/>
            <pc:sldMk cId="4106807258" sldId="268"/>
            <ac:spMk id="3" creationId="{CAF92C82-978B-40C4-8E93-9BF283F641B3}"/>
          </ac:spMkLst>
        </pc:spChg>
      </pc:sldChg>
      <pc:sldChg chg="modSp add">
        <pc:chgData name="Brunda KALAPPA" userId="f6900a95-0220-4bf6-bbe4-d9db01da6d97" providerId="ADAL" clId="{2EEA9792-6607-4769-9BA3-6A3DF95E69BE}" dt="2020-11-03T13:15:59.901" v="566" actId="20577"/>
        <pc:sldMkLst>
          <pc:docMk/>
          <pc:sldMk cId="2955199284" sldId="269"/>
        </pc:sldMkLst>
        <pc:spChg chg="mod">
          <ac:chgData name="Brunda KALAPPA" userId="f6900a95-0220-4bf6-bbe4-d9db01da6d97" providerId="ADAL" clId="{2EEA9792-6607-4769-9BA3-6A3DF95E69BE}" dt="2020-11-03T13:04:30.578" v="38" actId="20577"/>
          <ac:spMkLst>
            <pc:docMk/>
            <pc:sldMk cId="2955199284" sldId="269"/>
            <ac:spMk id="2" creationId="{6B65952C-AB25-44BF-850C-00FF09B65FA0}"/>
          </ac:spMkLst>
        </pc:spChg>
        <pc:spChg chg="mod">
          <ac:chgData name="Brunda KALAPPA" userId="f6900a95-0220-4bf6-bbe4-d9db01da6d97" providerId="ADAL" clId="{2EEA9792-6607-4769-9BA3-6A3DF95E69BE}" dt="2020-11-03T13:15:59.901" v="566" actId="20577"/>
          <ac:spMkLst>
            <pc:docMk/>
            <pc:sldMk cId="2955199284" sldId="269"/>
            <ac:spMk id="3" creationId="{BC7CB960-666B-42F9-9207-1B582904D20D}"/>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9"/>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8" y="1830388"/>
            <a:ext cx="12188825" cy="319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67"/>
          <p:cNvSpPr txBox="1">
            <a:spLocks noChangeArrowheads="1"/>
          </p:cNvSpPr>
          <p:nvPr userDrawn="1"/>
        </p:nvSpPr>
        <p:spPr bwMode="auto">
          <a:xfrm>
            <a:off x="488950" y="6299200"/>
            <a:ext cx="94932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Arial" panose="020B0604020202020204" pitchFamily="34" charset="0"/>
              </a:defRPr>
            </a:lvl1pPr>
            <a:lvl2pPr marL="742950" indent="-285750">
              <a:defRPr sz="2800" b="1">
                <a:solidFill>
                  <a:schemeClr val="tx1"/>
                </a:solidFill>
                <a:latin typeface="Arial" panose="020B0604020202020204" pitchFamily="34" charset="0"/>
              </a:defRPr>
            </a:lvl2pPr>
            <a:lvl3pPr marL="1143000" indent="-228600">
              <a:defRPr sz="2800" b="1">
                <a:solidFill>
                  <a:schemeClr val="tx1"/>
                </a:solidFill>
                <a:latin typeface="Arial" panose="020B0604020202020204" pitchFamily="34" charset="0"/>
              </a:defRPr>
            </a:lvl3pPr>
            <a:lvl4pPr marL="1600200" indent="-228600">
              <a:defRPr sz="2800" b="1">
                <a:solidFill>
                  <a:schemeClr val="tx1"/>
                </a:solidFill>
                <a:latin typeface="Arial" panose="020B0604020202020204" pitchFamily="34" charset="0"/>
              </a:defRPr>
            </a:lvl4pPr>
            <a:lvl5pPr marL="2057400" indent="-228600">
              <a:defRPr sz="2800" b="1">
                <a:solidFill>
                  <a:schemeClr val="tx1"/>
                </a:solidFill>
                <a:latin typeface="Arial" panose="020B0604020202020204" pitchFamily="34" charset="0"/>
              </a:defRPr>
            </a:lvl5pPr>
            <a:lvl6pPr marL="2514600" indent="-228600" eaLnBrk="0" fontAlgn="base" hangingPunct="0">
              <a:spcBef>
                <a:spcPct val="0"/>
              </a:spcBef>
              <a:spcAft>
                <a:spcPct val="0"/>
              </a:spcAft>
              <a:defRPr sz="2800" b="1">
                <a:solidFill>
                  <a:schemeClr val="tx1"/>
                </a:solidFill>
                <a:latin typeface="Arial" panose="020B0604020202020204" pitchFamily="34" charset="0"/>
              </a:defRPr>
            </a:lvl6pPr>
            <a:lvl7pPr marL="2971800" indent="-228600" eaLnBrk="0" fontAlgn="base" hangingPunct="0">
              <a:spcBef>
                <a:spcPct val="0"/>
              </a:spcBef>
              <a:spcAft>
                <a:spcPct val="0"/>
              </a:spcAft>
              <a:defRPr sz="2800" b="1">
                <a:solidFill>
                  <a:schemeClr val="tx1"/>
                </a:solidFill>
                <a:latin typeface="Arial" panose="020B0604020202020204" pitchFamily="34" charset="0"/>
              </a:defRPr>
            </a:lvl7pPr>
            <a:lvl8pPr marL="3429000" indent="-228600" eaLnBrk="0" fontAlgn="base" hangingPunct="0">
              <a:spcBef>
                <a:spcPct val="0"/>
              </a:spcBef>
              <a:spcAft>
                <a:spcPct val="0"/>
              </a:spcAft>
              <a:defRPr sz="2800" b="1">
                <a:solidFill>
                  <a:schemeClr val="tx1"/>
                </a:solidFill>
                <a:latin typeface="Arial" panose="020B0604020202020204" pitchFamily="34" charset="0"/>
              </a:defRPr>
            </a:lvl8pPr>
            <a:lvl9pPr marL="3886200" indent="-228600" eaLnBrk="0" fontAlgn="base" hangingPunct="0">
              <a:spcBef>
                <a:spcPct val="0"/>
              </a:spcBef>
              <a:spcAft>
                <a:spcPct val="0"/>
              </a:spcAft>
              <a:defRPr sz="2800" b="1">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sz="800" b="0"/>
              <a:t>Disclaimer: The information contained in this document is intended only for use during the presentation and should not be disseminated or distributed to parties outside the presentation. DBS Bank accepts no liability whatsoever with respect to the use of this document or its contents.  </a:t>
            </a:r>
            <a:endParaRPr lang="en-GB" altLang="en-US" sz="800" b="0"/>
          </a:p>
        </p:txBody>
      </p:sp>
      <p:pic>
        <p:nvPicPr>
          <p:cNvPr id="6" name="Picture 13"/>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96525" y="6299200"/>
            <a:ext cx="10572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7"/>
          <p:cNvSpPr>
            <a:spLocks noGrp="1"/>
          </p:cNvSpPr>
          <p:nvPr>
            <p:ph type="title"/>
          </p:nvPr>
        </p:nvSpPr>
        <p:spPr>
          <a:xfrm>
            <a:off x="4343400" y="2653294"/>
            <a:ext cx="7010399" cy="712975"/>
          </a:xfrm>
        </p:spPr>
        <p:txBody>
          <a:bodyPr/>
          <a:lstStyle>
            <a:lvl1pPr algn="r">
              <a:defRPr sz="3600" b="0">
                <a:solidFill>
                  <a:schemeClr val="bg1"/>
                </a:solidFill>
              </a:defRPr>
            </a:lvl1pPr>
          </a:lstStyle>
          <a:p>
            <a:r>
              <a:rPr lang="en-US"/>
              <a:t>Click to edit Master title style</a:t>
            </a:r>
          </a:p>
        </p:txBody>
      </p:sp>
      <p:sp>
        <p:nvSpPr>
          <p:cNvPr id="10" name="Text Placeholder 9"/>
          <p:cNvSpPr>
            <a:spLocks noGrp="1"/>
          </p:cNvSpPr>
          <p:nvPr>
            <p:ph type="body" sz="quarter" idx="10"/>
          </p:nvPr>
        </p:nvSpPr>
        <p:spPr>
          <a:xfrm>
            <a:off x="6019800" y="3597833"/>
            <a:ext cx="5334002" cy="456282"/>
          </a:xfrm>
        </p:spPr>
        <p:txBody>
          <a:bodyPr/>
          <a:lstStyle>
            <a:lvl1pPr marL="0" indent="0" algn="r">
              <a:buNone/>
              <a:defRPr sz="28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760650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5"/>
          <p:cNvSpPr>
            <a:spLocks noGrp="1" noChangeArrowheads="1"/>
          </p:cNvSpPr>
          <p:nvPr>
            <p:ph type="sldNum" sz="quarter" idx="10"/>
          </p:nvPr>
        </p:nvSpPr>
        <p:spPr>
          <a:ln/>
        </p:spPr>
        <p:txBody>
          <a:bodyPr/>
          <a:lstStyle>
            <a:lvl1pPr>
              <a:defRPr/>
            </a:lvl1pPr>
          </a:lstStyle>
          <a:p>
            <a:pPr>
              <a:defRPr/>
            </a:pPr>
            <a:fld id="{8FF3F851-4F98-488A-856B-5F7CBF2B31B3}" type="slidenum">
              <a:rPr lang="en-US"/>
              <a:pPr>
                <a:defRPr/>
              </a:pPr>
              <a:t>‹#›</a:t>
            </a:fld>
            <a:endParaRPr lang="en-US"/>
          </a:p>
        </p:txBody>
      </p:sp>
      <p:sp>
        <p:nvSpPr>
          <p:cNvPr id="5" name="Rectangle 49"/>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402446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5"/>
          <p:cNvSpPr>
            <a:spLocks noGrp="1" noChangeArrowheads="1"/>
          </p:cNvSpPr>
          <p:nvPr>
            <p:ph type="sldNum" sz="quarter" idx="10"/>
          </p:nvPr>
        </p:nvSpPr>
        <p:spPr>
          <a:ln/>
        </p:spPr>
        <p:txBody>
          <a:bodyPr/>
          <a:lstStyle>
            <a:lvl1pPr>
              <a:defRPr/>
            </a:lvl1pPr>
          </a:lstStyle>
          <a:p>
            <a:pPr>
              <a:defRPr/>
            </a:pPr>
            <a:fld id="{E961B73A-5BC6-4B54-B916-8269AE58169A}" type="slidenum">
              <a:rPr lang="en-US"/>
              <a:pPr>
                <a:defRPr/>
              </a:pPr>
              <a:t>‹#›</a:t>
            </a:fld>
            <a:endParaRPr lang="en-US"/>
          </a:p>
        </p:txBody>
      </p:sp>
      <p:sp>
        <p:nvSpPr>
          <p:cNvPr id="5" name="Rectangle 49"/>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311920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77900" y="1676400"/>
            <a:ext cx="5012267"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3367" y="1676400"/>
            <a:ext cx="5012267"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5"/>
          <p:cNvSpPr>
            <a:spLocks noGrp="1" noChangeArrowheads="1"/>
          </p:cNvSpPr>
          <p:nvPr>
            <p:ph type="sldNum" sz="quarter" idx="10"/>
          </p:nvPr>
        </p:nvSpPr>
        <p:spPr>
          <a:ln/>
        </p:spPr>
        <p:txBody>
          <a:bodyPr/>
          <a:lstStyle>
            <a:lvl1pPr>
              <a:defRPr/>
            </a:lvl1pPr>
          </a:lstStyle>
          <a:p>
            <a:pPr>
              <a:defRPr/>
            </a:pPr>
            <a:fld id="{23A2AA18-8775-4D27-90BB-735F8FAF2F84}" type="slidenum">
              <a:rPr lang="en-US"/>
              <a:pPr>
                <a:defRPr/>
              </a:pPr>
              <a:t>‹#›</a:t>
            </a:fld>
            <a:endParaRPr lang="en-US"/>
          </a:p>
        </p:txBody>
      </p:sp>
      <p:sp>
        <p:nvSpPr>
          <p:cNvPr id="6" name="Rectangle 49"/>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4269464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5"/>
          <p:cNvSpPr>
            <a:spLocks noGrp="1" noChangeArrowheads="1"/>
          </p:cNvSpPr>
          <p:nvPr>
            <p:ph type="sldNum" sz="quarter" idx="10"/>
          </p:nvPr>
        </p:nvSpPr>
        <p:spPr>
          <a:ln/>
        </p:spPr>
        <p:txBody>
          <a:bodyPr/>
          <a:lstStyle>
            <a:lvl1pPr>
              <a:defRPr/>
            </a:lvl1pPr>
          </a:lstStyle>
          <a:p>
            <a:pPr>
              <a:defRPr/>
            </a:pPr>
            <a:fld id="{5C4DFCDD-C595-4AB5-BFF6-DD3E1137F54A}" type="slidenum">
              <a:rPr lang="en-US"/>
              <a:pPr>
                <a:defRPr/>
              </a:pPr>
              <a:t>‹#›</a:t>
            </a:fld>
            <a:endParaRPr lang="en-US"/>
          </a:p>
        </p:txBody>
      </p:sp>
      <p:sp>
        <p:nvSpPr>
          <p:cNvPr id="8" name="Rectangle 49"/>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746447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5"/>
          <p:cNvSpPr>
            <a:spLocks noGrp="1" noChangeArrowheads="1"/>
          </p:cNvSpPr>
          <p:nvPr>
            <p:ph type="sldNum" sz="quarter" idx="10"/>
          </p:nvPr>
        </p:nvSpPr>
        <p:spPr>
          <a:ln/>
        </p:spPr>
        <p:txBody>
          <a:bodyPr/>
          <a:lstStyle>
            <a:lvl1pPr>
              <a:defRPr/>
            </a:lvl1pPr>
          </a:lstStyle>
          <a:p>
            <a:pPr>
              <a:defRPr/>
            </a:pPr>
            <a:fld id="{ACA46F32-9188-47C8-99F2-A7C7A2A32A7D}" type="slidenum">
              <a:rPr lang="en-US"/>
              <a:pPr>
                <a:defRPr/>
              </a:pPr>
              <a:t>‹#›</a:t>
            </a:fld>
            <a:endParaRPr lang="en-US"/>
          </a:p>
        </p:txBody>
      </p:sp>
      <p:sp>
        <p:nvSpPr>
          <p:cNvPr id="4" name="Rectangle 49"/>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307602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5"/>
          <p:cNvSpPr>
            <a:spLocks noGrp="1" noChangeArrowheads="1"/>
          </p:cNvSpPr>
          <p:nvPr>
            <p:ph type="sldNum" sz="quarter" idx="10"/>
          </p:nvPr>
        </p:nvSpPr>
        <p:spPr>
          <a:ln/>
        </p:spPr>
        <p:txBody>
          <a:bodyPr/>
          <a:lstStyle>
            <a:lvl1pPr>
              <a:defRPr/>
            </a:lvl1pPr>
          </a:lstStyle>
          <a:p>
            <a:pPr>
              <a:defRPr/>
            </a:pPr>
            <a:fld id="{F0778389-7140-4958-A6B7-AF1E13A975E9}" type="slidenum">
              <a:rPr lang="en-US"/>
              <a:pPr>
                <a:defRPr/>
              </a:pPr>
              <a:t>‹#›</a:t>
            </a:fld>
            <a:endParaRPr lang="en-US"/>
          </a:p>
        </p:txBody>
      </p:sp>
      <p:sp>
        <p:nvSpPr>
          <p:cNvPr id="3" name="Rectangle 49"/>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10230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5"/>
          <p:cNvSpPr>
            <a:spLocks noGrp="1" noChangeArrowheads="1"/>
          </p:cNvSpPr>
          <p:nvPr>
            <p:ph type="sldNum" sz="quarter" idx="10"/>
          </p:nvPr>
        </p:nvSpPr>
        <p:spPr>
          <a:ln/>
        </p:spPr>
        <p:txBody>
          <a:bodyPr/>
          <a:lstStyle>
            <a:lvl1pPr>
              <a:defRPr/>
            </a:lvl1pPr>
          </a:lstStyle>
          <a:p>
            <a:pPr>
              <a:defRPr/>
            </a:pPr>
            <a:fld id="{67E5E1FD-6F64-4A7F-8281-DD8F8BBDD098}" type="slidenum">
              <a:rPr lang="en-US"/>
              <a:pPr>
                <a:defRPr/>
              </a:pPr>
              <a:t>‹#›</a:t>
            </a:fld>
            <a:endParaRPr lang="en-US"/>
          </a:p>
        </p:txBody>
      </p:sp>
      <p:sp>
        <p:nvSpPr>
          <p:cNvPr id="6" name="Rectangle 49"/>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4080471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5"/>
          <p:cNvSpPr>
            <a:spLocks noGrp="1" noChangeArrowheads="1"/>
          </p:cNvSpPr>
          <p:nvPr>
            <p:ph type="sldNum" sz="quarter" idx="10"/>
          </p:nvPr>
        </p:nvSpPr>
        <p:spPr>
          <a:ln/>
        </p:spPr>
        <p:txBody>
          <a:bodyPr/>
          <a:lstStyle>
            <a:lvl1pPr>
              <a:defRPr/>
            </a:lvl1pPr>
          </a:lstStyle>
          <a:p>
            <a:pPr>
              <a:defRPr/>
            </a:pPr>
            <a:fld id="{2DC60991-6381-4193-A4D8-B8D3D50BC94C}" type="slidenum">
              <a:rPr lang="en-US"/>
              <a:pPr>
                <a:defRPr/>
              </a:pPr>
              <a:t>‹#›</a:t>
            </a:fld>
            <a:endParaRPr lang="en-US"/>
          </a:p>
        </p:txBody>
      </p:sp>
      <p:sp>
        <p:nvSpPr>
          <p:cNvPr id="6" name="Rectangle 49"/>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470252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5"/>
          <p:cNvSpPr>
            <a:spLocks noGrp="1" noChangeArrowheads="1"/>
          </p:cNvSpPr>
          <p:nvPr>
            <p:ph type="sldNum" sz="quarter" idx="10"/>
          </p:nvPr>
        </p:nvSpPr>
        <p:spPr>
          <a:ln/>
        </p:spPr>
        <p:txBody>
          <a:bodyPr/>
          <a:lstStyle>
            <a:lvl1pPr>
              <a:defRPr/>
            </a:lvl1pPr>
          </a:lstStyle>
          <a:p>
            <a:pPr>
              <a:defRPr/>
            </a:pPr>
            <a:fld id="{6A483FBA-2311-4D69-85DF-9FC78C302D6D}" type="slidenum">
              <a:rPr lang="en-US"/>
              <a:pPr>
                <a:defRPr/>
              </a:pPr>
              <a:t>‹#›</a:t>
            </a:fld>
            <a:endParaRPr lang="en-US"/>
          </a:p>
        </p:txBody>
      </p:sp>
      <p:sp>
        <p:nvSpPr>
          <p:cNvPr id="5" name="Rectangle 49"/>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411046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03733" y="381000"/>
            <a:ext cx="2573867" cy="5562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77901" y="381000"/>
            <a:ext cx="7522633" cy="5562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5"/>
          <p:cNvSpPr>
            <a:spLocks noGrp="1" noChangeArrowheads="1"/>
          </p:cNvSpPr>
          <p:nvPr>
            <p:ph type="sldNum" sz="quarter" idx="10"/>
          </p:nvPr>
        </p:nvSpPr>
        <p:spPr>
          <a:ln/>
        </p:spPr>
        <p:txBody>
          <a:bodyPr/>
          <a:lstStyle>
            <a:lvl1pPr>
              <a:defRPr/>
            </a:lvl1pPr>
          </a:lstStyle>
          <a:p>
            <a:pPr>
              <a:defRPr/>
            </a:pPr>
            <a:fld id="{4F61E827-4C98-4306-8755-AC90DC81C6FE}" type="slidenum">
              <a:rPr lang="en-US"/>
              <a:pPr>
                <a:defRPr/>
              </a:pPr>
              <a:t>‹#›</a:t>
            </a:fld>
            <a:endParaRPr lang="en-US"/>
          </a:p>
        </p:txBody>
      </p:sp>
      <p:sp>
        <p:nvSpPr>
          <p:cNvPr id="5" name="Rectangle 49"/>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511974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3664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61" descr="PPT cov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28800"/>
            <a:ext cx="121920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67"/>
          <p:cNvSpPr txBox="1">
            <a:spLocks noChangeArrowheads="1"/>
          </p:cNvSpPr>
          <p:nvPr/>
        </p:nvSpPr>
        <p:spPr bwMode="auto">
          <a:xfrm>
            <a:off x="668338" y="6299200"/>
            <a:ext cx="8678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Arial" panose="020B0604020202020204" pitchFamily="34" charset="0"/>
              </a:defRPr>
            </a:lvl1pPr>
            <a:lvl2pPr marL="742950" indent="-285750">
              <a:defRPr sz="2800" b="1">
                <a:solidFill>
                  <a:schemeClr val="tx1"/>
                </a:solidFill>
                <a:latin typeface="Arial" panose="020B0604020202020204" pitchFamily="34" charset="0"/>
              </a:defRPr>
            </a:lvl2pPr>
            <a:lvl3pPr marL="1143000" indent="-228600">
              <a:defRPr sz="2800" b="1">
                <a:solidFill>
                  <a:schemeClr val="tx1"/>
                </a:solidFill>
                <a:latin typeface="Arial" panose="020B0604020202020204" pitchFamily="34" charset="0"/>
              </a:defRPr>
            </a:lvl3pPr>
            <a:lvl4pPr marL="1600200" indent="-228600">
              <a:defRPr sz="2800" b="1">
                <a:solidFill>
                  <a:schemeClr val="tx1"/>
                </a:solidFill>
                <a:latin typeface="Arial" panose="020B0604020202020204" pitchFamily="34" charset="0"/>
              </a:defRPr>
            </a:lvl4pPr>
            <a:lvl5pPr marL="2057400" indent="-228600">
              <a:defRPr sz="2800" b="1">
                <a:solidFill>
                  <a:schemeClr val="tx1"/>
                </a:solidFill>
                <a:latin typeface="Arial" panose="020B0604020202020204" pitchFamily="34" charset="0"/>
              </a:defRPr>
            </a:lvl5pPr>
            <a:lvl6pPr marL="2514600" indent="-228600" eaLnBrk="0" fontAlgn="base" hangingPunct="0">
              <a:spcBef>
                <a:spcPct val="0"/>
              </a:spcBef>
              <a:spcAft>
                <a:spcPct val="0"/>
              </a:spcAft>
              <a:defRPr sz="2800" b="1">
                <a:solidFill>
                  <a:schemeClr val="tx1"/>
                </a:solidFill>
                <a:latin typeface="Arial" panose="020B0604020202020204" pitchFamily="34" charset="0"/>
              </a:defRPr>
            </a:lvl6pPr>
            <a:lvl7pPr marL="2971800" indent="-228600" eaLnBrk="0" fontAlgn="base" hangingPunct="0">
              <a:spcBef>
                <a:spcPct val="0"/>
              </a:spcBef>
              <a:spcAft>
                <a:spcPct val="0"/>
              </a:spcAft>
              <a:defRPr sz="2800" b="1">
                <a:solidFill>
                  <a:schemeClr val="tx1"/>
                </a:solidFill>
                <a:latin typeface="Arial" panose="020B0604020202020204" pitchFamily="34" charset="0"/>
              </a:defRPr>
            </a:lvl7pPr>
            <a:lvl8pPr marL="3429000" indent="-228600" eaLnBrk="0" fontAlgn="base" hangingPunct="0">
              <a:spcBef>
                <a:spcPct val="0"/>
              </a:spcBef>
              <a:spcAft>
                <a:spcPct val="0"/>
              </a:spcAft>
              <a:defRPr sz="2800" b="1">
                <a:solidFill>
                  <a:schemeClr val="tx1"/>
                </a:solidFill>
                <a:latin typeface="Arial" panose="020B0604020202020204" pitchFamily="34" charset="0"/>
              </a:defRPr>
            </a:lvl8pPr>
            <a:lvl9pPr marL="3886200" indent="-228600" eaLnBrk="0" fontAlgn="base" hangingPunct="0">
              <a:spcBef>
                <a:spcPct val="0"/>
              </a:spcBef>
              <a:spcAft>
                <a:spcPct val="0"/>
              </a:spcAft>
              <a:defRPr sz="2800" b="1">
                <a:solidFill>
                  <a:schemeClr val="tx1"/>
                </a:solidFill>
                <a:latin typeface="Arial" panose="020B0604020202020204" pitchFamily="34" charset="0"/>
              </a:defRPr>
            </a:lvl9pPr>
          </a:lstStyle>
          <a:p>
            <a:pPr>
              <a:defRPr/>
            </a:pPr>
            <a:r>
              <a:rPr lang="en-US" altLang="en-US" sz="800" b="0"/>
              <a:t>Disclaimer: The information contained in this document is intended only for use during the presentation and should not be disseminated or distributed to parties outside the presentation. DBS Bank accepts no liability whatsoever with respect to the use of this document or its contents.  </a:t>
            </a:r>
            <a:endParaRPr lang="en-GB" altLang="en-US" sz="800" b="0"/>
          </a:p>
        </p:txBody>
      </p:sp>
      <p:pic>
        <p:nvPicPr>
          <p:cNvPr id="6" name="Picture 9"/>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588" y="1830388"/>
            <a:ext cx="12188825" cy="319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3"/>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0296525" y="6299200"/>
            <a:ext cx="10572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2" name="Rectangle 2"/>
          <p:cNvSpPr>
            <a:spLocks noGrp="1" noChangeArrowheads="1"/>
          </p:cNvSpPr>
          <p:nvPr>
            <p:ph type="ctrTitle"/>
          </p:nvPr>
        </p:nvSpPr>
        <p:spPr>
          <a:xfrm>
            <a:off x="1930400" y="2667000"/>
            <a:ext cx="9347200" cy="838200"/>
          </a:xfrm>
        </p:spPr>
        <p:txBody>
          <a:bodyPr/>
          <a:lstStyle>
            <a:lvl1pPr algn="r">
              <a:defRPr sz="3600" b="0">
                <a:solidFill>
                  <a:schemeClr val="bg1"/>
                </a:solidFill>
              </a:defRPr>
            </a:lvl1pPr>
          </a:lstStyle>
          <a:p>
            <a:pPr lvl="0"/>
            <a:r>
              <a:rPr lang="en-US" altLang="en-US" noProof="0"/>
              <a:t>Click to edit Master title style</a:t>
            </a:r>
            <a:endParaRPr lang="en-GB" altLang="en-US" noProof="0"/>
          </a:p>
        </p:txBody>
      </p:sp>
      <p:sp>
        <p:nvSpPr>
          <p:cNvPr id="35856" name="Rectangle 16"/>
          <p:cNvSpPr>
            <a:spLocks noGrp="1" noChangeArrowheads="1"/>
          </p:cNvSpPr>
          <p:nvPr>
            <p:ph type="subTitle" idx="1"/>
          </p:nvPr>
        </p:nvSpPr>
        <p:spPr>
          <a:xfrm>
            <a:off x="4165600" y="3657600"/>
            <a:ext cx="7112000" cy="609600"/>
          </a:xfrm>
          <a:extLst>
            <a:ext uri="{909E8E84-426E-40DD-AFC4-6F175D3DCCD1}">
              <a14:hiddenFill xmlns:a14="http://schemas.microsoft.com/office/drawing/2010/main">
                <a:solidFill>
                  <a:schemeClr val="accent1"/>
                </a:solidFill>
              </a14:hiddenFill>
            </a:ext>
          </a:extLst>
        </p:spPr>
        <p:txBody>
          <a:bodyPr/>
          <a:lstStyle>
            <a:lvl1pPr marL="0" indent="0" algn="r">
              <a:buFont typeface="Wingdings" panose="05000000000000000000" pitchFamily="2" charset="2"/>
              <a:buNone/>
              <a:defRPr sz="2800">
                <a:solidFill>
                  <a:schemeClr val="bg1"/>
                </a:solidFill>
              </a:defRPr>
            </a:lvl1pPr>
          </a:lstStyle>
          <a:p>
            <a:pPr lvl="0"/>
            <a:r>
              <a:rPr lang="en-US" altLang="en-US" noProof="0"/>
              <a:t>Click to edit Master subtitle style</a:t>
            </a:r>
            <a:endParaRPr lang="en-GB" altLang="en-US" noProof="0"/>
          </a:p>
        </p:txBody>
      </p:sp>
    </p:spTree>
    <p:extLst>
      <p:ext uri="{BB962C8B-B14F-4D97-AF65-F5344CB8AC3E}">
        <p14:creationId xmlns:p14="http://schemas.microsoft.com/office/powerpoint/2010/main" val="27126113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392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016000" y="381000"/>
            <a:ext cx="10261600"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 style</a:t>
            </a:r>
          </a:p>
        </p:txBody>
      </p:sp>
      <p:sp>
        <p:nvSpPr>
          <p:cNvPr id="1027" name="Rectangle 3"/>
          <p:cNvSpPr>
            <a:spLocks noGrp="1" noChangeArrowheads="1"/>
          </p:cNvSpPr>
          <p:nvPr>
            <p:ph type="body" idx="1"/>
          </p:nvPr>
        </p:nvSpPr>
        <p:spPr bwMode="auto">
          <a:xfrm>
            <a:off x="977900" y="1676400"/>
            <a:ext cx="10228263" cy="426720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69" name="Rectangle 45"/>
          <p:cNvSpPr>
            <a:spLocks noGrp="1" noChangeArrowheads="1"/>
          </p:cNvSpPr>
          <p:nvPr>
            <p:ph type="sldNum" sz="quarter" idx="4"/>
          </p:nvPr>
        </p:nvSpPr>
        <p:spPr bwMode="auto">
          <a:xfrm>
            <a:off x="10529888" y="6370638"/>
            <a:ext cx="1422400" cy="381000"/>
          </a:xfrm>
          <a:prstGeom prst="rect">
            <a:avLst/>
          </a:prstGeom>
          <a:noFill/>
          <a:ln>
            <a:noFill/>
          </a:ln>
          <a:effectLst/>
          <a:extLst>
            <a:ext uri="{909E8E84-426E-40DD-AFC4-6F175D3DCCD1}">
              <a14:hiddenFill xmlns:a14="http://schemas.microsoft.com/office/drawing/2010/main">
                <a:solidFill>
                  <a:srgbClr val="BE050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lvl1pPr algn="r">
              <a:defRPr sz="800" b="0" smtClean="0"/>
            </a:lvl1pPr>
          </a:lstStyle>
          <a:p>
            <a:pPr>
              <a:defRPr/>
            </a:pPr>
            <a:fld id="{19F4623E-0999-431A-9107-74341B1AE447}" type="slidenum">
              <a:rPr lang="en-US"/>
              <a:pPr>
                <a:defRPr/>
              </a:pPr>
              <a:t>‹#›</a:t>
            </a:fld>
            <a:endParaRPr lang="en-US"/>
          </a:p>
        </p:txBody>
      </p:sp>
      <p:sp>
        <p:nvSpPr>
          <p:cNvPr id="1029" name="Line 46"/>
          <p:cNvSpPr>
            <a:spLocks noChangeShapeType="1"/>
          </p:cNvSpPr>
          <p:nvPr/>
        </p:nvSpPr>
        <p:spPr bwMode="auto">
          <a:xfrm>
            <a:off x="863600" y="6172200"/>
            <a:ext cx="1045845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73" name="Rectangle 49"/>
          <p:cNvSpPr>
            <a:spLocks noGrp="1" noChangeArrowheads="1"/>
          </p:cNvSpPr>
          <p:nvPr>
            <p:ph type="ftr" sz="quarter" idx="3"/>
          </p:nvPr>
        </p:nvSpPr>
        <p:spPr bwMode="auto">
          <a:xfrm>
            <a:off x="863600" y="6229350"/>
            <a:ext cx="83312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800" b="0" dirty="0"/>
            </a:lvl1pPr>
          </a:lstStyle>
          <a:p>
            <a:pPr>
              <a:defRPr/>
            </a:pPr>
            <a:endParaRPr lang="en-US"/>
          </a:p>
        </p:txBody>
      </p:sp>
      <p:sp>
        <p:nvSpPr>
          <p:cNvPr id="1031" name="Line 46"/>
          <p:cNvSpPr>
            <a:spLocks noChangeShapeType="1"/>
          </p:cNvSpPr>
          <p:nvPr userDrawn="1"/>
        </p:nvSpPr>
        <p:spPr bwMode="auto">
          <a:xfrm flipV="1">
            <a:off x="838200" y="6176963"/>
            <a:ext cx="10515600" cy="0"/>
          </a:xfrm>
          <a:prstGeom prst="line">
            <a:avLst/>
          </a:prstGeom>
          <a:noFill/>
          <a:ln w="190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032" name="Picture 7"/>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0296525" y="6324600"/>
            <a:ext cx="10572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74"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5" r:id="rId12"/>
    <p:sldLayoutId id="2147483776" r:id="rId13"/>
  </p:sldLayoutIdLst>
  <p:txStyles>
    <p:titleStyle>
      <a:lvl1pPr algn="l" rtl="0" eaLnBrk="1" fontAlgn="base" hangingPunct="1">
        <a:spcBef>
          <a:spcPct val="0"/>
        </a:spcBef>
        <a:spcAft>
          <a:spcPct val="0"/>
        </a:spcAft>
        <a:defRPr sz="2800" b="1" kern="1200">
          <a:solidFill>
            <a:schemeClr val="tx1"/>
          </a:solidFill>
          <a:latin typeface="+mj-lt"/>
          <a:ea typeface="+mj-ea"/>
          <a:cs typeface="+mj-cs"/>
        </a:defRPr>
      </a:lvl1pPr>
      <a:lvl2pPr algn="l" rtl="0" eaLnBrk="1" fontAlgn="base" hangingPunct="1">
        <a:spcBef>
          <a:spcPct val="0"/>
        </a:spcBef>
        <a:spcAft>
          <a:spcPct val="0"/>
        </a:spcAft>
        <a:defRPr sz="2800" b="1">
          <a:solidFill>
            <a:schemeClr val="tx1"/>
          </a:solidFill>
          <a:latin typeface="Arial" panose="020B0604020202020204" pitchFamily="34" charset="0"/>
        </a:defRPr>
      </a:lvl2pPr>
      <a:lvl3pPr algn="l" rtl="0" eaLnBrk="1" fontAlgn="base" hangingPunct="1">
        <a:spcBef>
          <a:spcPct val="0"/>
        </a:spcBef>
        <a:spcAft>
          <a:spcPct val="0"/>
        </a:spcAft>
        <a:defRPr sz="2800" b="1">
          <a:solidFill>
            <a:schemeClr val="tx1"/>
          </a:solidFill>
          <a:latin typeface="Arial" panose="020B0604020202020204" pitchFamily="34" charset="0"/>
        </a:defRPr>
      </a:lvl3pPr>
      <a:lvl4pPr algn="l" rtl="0" eaLnBrk="1" fontAlgn="base" hangingPunct="1">
        <a:spcBef>
          <a:spcPct val="0"/>
        </a:spcBef>
        <a:spcAft>
          <a:spcPct val="0"/>
        </a:spcAft>
        <a:defRPr sz="2800" b="1">
          <a:solidFill>
            <a:schemeClr val="tx1"/>
          </a:solidFill>
          <a:latin typeface="Arial" panose="020B0604020202020204" pitchFamily="34" charset="0"/>
        </a:defRPr>
      </a:lvl4pPr>
      <a:lvl5pPr algn="l" rtl="0" eaLnBrk="1" fontAlgn="base" hangingPunct="1">
        <a:spcBef>
          <a:spcPct val="0"/>
        </a:spcBef>
        <a:spcAft>
          <a:spcPct val="0"/>
        </a:spcAft>
        <a:defRPr sz="2800" b="1">
          <a:solidFill>
            <a:schemeClr val="tx1"/>
          </a:solidFill>
          <a:latin typeface="Arial" panose="020B0604020202020204" pitchFamily="34" charset="0"/>
        </a:defRPr>
      </a:lvl5pPr>
      <a:lvl6pPr marL="457200" algn="l" rtl="0" eaLnBrk="1" fontAlgn="base" hangingPunct="1">
        <a:spcBef>
          <a:spcPct val="0"/>
        </a:spcBef>
        <a:spcAft>
          <a:spcPct val="0"/>
        </a:spcAft>
        <a:defRPr sz="2800" b="1">
          <a:solidFill>
            <a:schemeClr val="tx1"/>
          </a:solidFill>
          <a:latin typeface="Arial" panose="020B0604020202020204" pitchFamily="34" charset="0"/>
        </a:defRPr>
      </a:lvl6pPr>
      <a:lvl7pPr marL="914400" algn="l" rtl="0" eaLnBrk="1" fontAlgn="base" hangingPunct="1">
        <a:spcBef>
          <a:spcPct val="0"/>
        </a:spcBef>
        <a:spcAft>
          <a:spcPct val="0"/>
        </a:spcAft>
        <a:defRPr sz="2800" b="1">
          <a:solidFill>
            <a:schemeClr val="tx1"/>
          </a:solidFill>
          <a:latin typeface="Arial" panose="020B0604020202020204" pitchFamily="34" charset="0"/>
        </a:defRPr>
      </a:lvl7pPr>
      <a:lvl8pPr marL="1371600" algn="l" rtl="0" eaLnBrk="1" fontAlgn="base" hangingPunct="1">
        <a:spcBef>
          <a:spcPct val="0"/>
        </a:spcBef>
        <a:spcAft>
          <a:spcPct val="0"/>
        </a:spcAft>
        <a:defRPr sz="2800" b="1">
          <a:solidFill>
            <a:schemeClr val="tx1"/>
          </a:solidFill>
          <a:latin typeface="Arial" panose="020B0604020202020204" pitchFamily="34" charset="0"/>
        </a:defRPr>
      </a:lvl8pPr>
      <a:lvl9pPr marL="1828800" algn="l" rtl="0" eaLnBrk="1" fontAlgn="base" hangingPunct="1">
        <a:spcBef>
          <a:spcPct val="0"/>
        </a:spcBef>
        <a:spcAft>
          <a:spcPct val="0"/>
        </a:spcAft>
        <a:defRPr sz="2800" b="1">
          <a:solidFill>
            <a:schemeClr val="tx1"/>
          </a:solidFill>
          <a:latin typeface="Arial" panose="020B0604020202020204" pitchFamily="34" charset="0"/>
        </a:defRPr>
      </a:lvl9pPr>
    </p:titleStyle>
    <p:bodyStyle>
      <a:lvl1pPr marL="342900" indent="-342900" algn="l" rtl="0" eaLnBrk="1" fontAlgn="base" hangingPunct="1">
        <a:spcBef>
          <a:spcPct val="20000"/>
        </a:spcBef>
        <a:spcAft>
          <a:spcPct val="0"/>
        </a:spcAft>
        <a:buClr>
          <a:schemeClr val="accent1"/>
        </a:buClr>
        <a:buFont typeface="Wingdings" panose="05000000000000000000" pitchFamily="2" charset="2"/>
        <a:buChar char="§"/>
        <a:defRPr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16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16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16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73" r:id="rId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7/06/relationships/model3d" Target="../media/model3d1.glb"/><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ctrTitle"/>
          </p:nvPr>
        </p:nvSpPr>
        <p:spPr>
          <a:xfrm>
            <a:off x="301625" y="742950"/>
            <a:ext cx="9347200" cy="838200"/>
          </a:xfrm>
        </p:spPr>
        <p:txBody>
          <a:bodyPr/>
          <a:lstStyle/>
          <a:p>
            <a:pPr algn="l"/>
            <a:r>
              <a:rPr lang="en-US" altLang="en-US" sz="4800" b="1">
                <a:solidFill>
                  <a:srgbClr val="D1060F"/>
                </a:solidFill>
              </a:rPr>
              <a:t>C2E PROJECT</a:t>
            </a:r>
            <a:br>
              <a:rPr lang="en-US" altLang="en-US" sz="4800" b="1">
                <a:solidFill>
                  <a:schemeClr val="tx1"/>
                </a:solidFill>
              </a:rPr>
            </a:br>
            <a:r>
              <a:rPr lang="en-US" altLang="en-US" sz="4800" b="1">
                <a:solidFill>
                  <a:schemeClr val="tx1"/>
                </a:solidFill>
              </a:rPr>
              <a:t>DIGITAL</a:t>
            </a:r>
            <a:r>
              <a:rPr lang="en-US" altLang="en-US" b="1">
                <a:solidFill>
                  <a:schemeClr val="tx1"/>
                </a:solidFill>
              </a:rPr>
              <a:t> </a:t>
            </a:r>
            <a:r>
              <a:rPr lang="en-US" altLang="en-US" sz="4800" b="1">
                <a:solidFill>
                  <a:schemeClr val="tx1"/>
                </a:solidFill>
              </a:rPr>
              <a:t>BANK</a:t>
            </a:r>
            <a:endParaRPr lang="en-US" altLang="en-US" b="1">
              <a:solidFill>
                <a:schemeClr val="tx1"/>
              </a:solidFill>
            </a:endParaRPr>
          </a:p>
        </p:txBody>
      </p:sp>
      <p:sp>
        <p:nvSpPr>
          <p:cNvPr id="5123" name="Text Placeholder 2"/>
          <p:cNvSpPr>
            <a:spLocks noGrp="1"/>
          </p:cNvSpPr>
          <p:nvPr>
            <p:ph type="subTitle" idx="1"/>
          </p:nvPr>
        </p:nvSpPr>
        <p:spPr>
          <a:xfrm>
            <a:off x="4911725" y="2708525"/>
            <a:ext cx="7112000" cy="1206250"/>
          </a:xfrm>
        </p:spPr>
        <p:txBody>
          <a:bodyPr/>
          <a:lstStyle/>
          <a:p>
            <a:r>
              <a:rPr lang="en-US" altLang="en-US" sz="2000"/>
              <a:t>Presented By:</a:t>
            </a:r>
            <a:endParaRPr lang="en-US" altLang="en-US" sz="2000">
              <a:cs typeface="Arial"/>
            </a:endParaRPr>
          </a:p>
          <a:p>
            <a:r>
              <a:rPr lang="en-US" altLang="en-US" sz="2000"/>
              <a:t>Amisha Kumari (498535)</a:t>
            </a:r>
            <a:endParaRPr lang="en-US" altLang="en-US" sz="2000">
              <a:cs typeface="Arial"/>
            </a:endParaRPr>
          </a:p>
          <a:p>
            <a:r>
              <a:rPr lang="en-US" altLang="en-US" sz="2000"/>
              <a:t>Brunda </a:t>
            </a:r>
            <a:r>
              <a:rPr lang="en-US" altLang="en-US" sz="2000" err="1"/>
              <a:t>Kalappa</a:t>
            </a:r>
            <a:r>
              <a:rPr lang="en-US" altLang="en-US" sz="2000"/>
              <a:t> (498532)</a:t>
            </a:r>
            <a:endParaRPr lang="en-US" altLang="en-US" sz="2000">
              <a:cs typeface="Arial"/>
            </a:endParaRPr>
          </a:p>
          <a:p>
            <a:r>
              <a:rPr lang="en-US" altLang="en-US" sz="2000"/>
              <a:t>Krishna Sai Gandi (498539)</a:t>
            </a:r>
            <a:endParaRPr lang="en-US" altLang="en-US" sz="2000">
              <a:cs typeface="Arial"/>
            </a:endParaRPr>
          </a:p>
          <a:p>
            <a:r>
              <a:rPr lang="en-US" altLang="en-US" sz="2000" err="1"/>
              <a:t>Souvick</a:t>
            </a:r>
            <a:r>
              <a:rPr lang="en-US" altLang="en-US" sz="2000"/>
              <a:t> Mondal (498543)</a:t>
            </a:r>
            <a:endParaRPr lang="en-US" altLang="en-US" sz="2000">
              <a:cs typeface="Arial"/>
            </a:endParaRPr>
          </a:p>
          <a:p>
            <a:r>
              <a:rPr lang="en-US" altLang="en-US" sz="2000"/>
              <a:t>Veena Prathyusha </a:t>
            </a:r>
            <a:r>
              <a:rPr lang="en-US" altLang="en-US" sz="2000" err="1"/>
              <a:t>Bollapragada</a:t>
            </a:r>
            <a:r>
              <a:rPr lang="en-US" altLang="en-US" sz="2000"/>
              <a:t> (498533)</a:t>
            </a:r>
            <a:endParaRPr lang="en-US" altLang="en-US" sz="2000">
              <a:cs typeface="Arial"/>
            </a:endParaRPr>
          </a:p>
          <a:p>
            <a:endParaRPr lang="en-US" altLang="en-US" sz="2000">
              <a:cs typeface="Arial"/>
            </a:endParaRPr>
          </a:p>
        </p:txBody>
      </p:sp>
      <p:sp>
        <p:nvSpPr>
          <p:cNvPr id="2" name="TextBox 1">
            <a:extLst>
              <a:ext uri="{FF2B5EF4-FFF2-40B4-BE49-F238E27FC236}">
                <a16:creationId xmlns:a16="http://schemas.microsoft.com/office/drawing/2014/main" id="{5F217440-88A0-457A-8956-BC4D781EDEB2}"/>
              </a:ext>
            </a:extLst>
          </p:cNvPr>
          <p:cNvSpPr txBox="1"/>
          <p:nvPr/>
        </p:nvSpPr>
        <p:spPr>
          <a:xfrm>
            <a:off x="560614" y="6239328"/>
            <a:ext cx="8594270" cy="369332"/>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latin typeface="Calibri"/>
                <a:cs typeface="Calibri"/>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en-US">
                <a:solidFill>
                  <a:srgbClr val="D1060F"/>
                </a:solidFill>
              </a:rPr>
              <a:t>OVERVIEW</a:t>
            </a:r>
          </a:p>
        </p:txBody>
      </p:sp>
      <p:sp>
        <p:nvSpPr>
          <p:cNvPr id="6147" name="Content Placeholder 2"/>
          <p:cNvSpPr>
            <a:spLocks noGrp="1"/>
          </p:cNvSpPr>
          <p:nvPr>
            <p:ph idx="1"/>
          </p:nvPr>
        </p:nvSpPr>
        <p:spPr/>
        <p:txBody>
          <a:bodyPr/>
          <a:lstStyle/>
          <a:p>
            <a:r>
              <a:rPr lang="en-US" altLang="en-US"/>
              <a:t>Objective</a:t>
            </a:r>
          </a:p>
          <a:p>
            <a:r>
              <a:rPr lang="en-US" altLang="en-US"/>
              <a:t>Proposed Solution</a:t>
            </a:r>
          </a:p>
          <a:p>
            <a:r>
              <a:rPr lang="en-US" altLang="en-US"/>
              <a:t>Architecture</a:t>
            </a:r>
          </a:p>
          <a:p>
            <a:r>
              <a:rPr lang="en-US" altLang="en-US"/>
              <a:t>Data Flow</a:t>
            </a:r>
          </a:p>
          <a:p>
            <a:r>
              <a:rPr lang="en-US" altLang="en-US"/>
              <a:t>Future 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en-US">
                <a:solidFill>
                  <a:srgbClr val="D1060F"/>
                </a:solidFill>
              </a:rPr>
              <a:t>OBJECTIVE</a:t>
            </a:r>
          </a:p>
        </p:txBody>
      </p:sp>
      <p:sp>
        <p:nvSpPr>
          <p:cNvPr id="6147" name="Content Placeholder 2"/>
          <p:cNvSpPr>
            <a:spLocks noGrp="1"/>
          </p:cNvSpPr>
          <p:nvPr>
            <p:ph idx="1"/>
          </p:nvPr>
        </p:nvSpPr>
        <p:spPr/>
        <p:txBody>
          <a:bodyPr/>
          <a:lstStyle/>
          <a:p>
            <a:r>
              <a:rPr lang="en-US"/>
              <a:t>Bank wants to introduce a new feature in its banking app offering customized deals to buy a house or vehicle for its consumers. </a:t>
            </a:r>
          </a:p>
          <a:p>
            <a:r>
              <a:rPr lang="en-US"/>
              <a:t>The bank has collaborated with multiple builders &amp; Car dealers and has decided to develop a state of the art system which tracks builder/dealer track record, financial health &amp; based on customer financial health and behavior provides them one stop option to make a buy decision providing them loan and hassle free buy with minimal documentation.</a:t>
            </a:r>
          </a:p>
          <a:p>
            <a:r>
              <a:rPr lang="en-US"/>
              <a:t>The system is expected to be a win </a:t>
            </a:r>
            <a:r>
              <a:rPr lang="en-US" err="1"/>
              <a:t>win</a:t>
            </a:r>
            <a:r>
              <a:rPr lang="en-US"/>
              <a:t> solution for builders / dealers , consumers as well as the bank. The system consists of bank’s mobile app and supporting server side components and uses cutting edge algorithms to come up with the adaptive quotes.</a:t>
            </a:r>
          </a:p>
          <a:p>
            <a:endParaRPr lang="en-US" altLang="en-US"/>
          </a:p>
        </p:txBody>
      </p:sp>
    </p:spTree>
    <p:extLst>
      <p:ext uri="{BB962C8B-B14F-4D97-AF65-F5344CB8AC3E}">
        <p14:creationId xmlns:p14="http://schemas.microsoft.com/office/powerpoint/2010/main" val="1202435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en-US">
                <a:solidFill>
                  <a:srgbClr val="D1060F"/>
                </a:solidFill>
              </a:rPr>
              <a:t>PROPOSED SOLUTION</a:t>
            </a:r>
          </a:p>
        </p:txBody>
      </p:sp>
      <p:sp>
        <p:nvSpPr>
          <p:cNvPr id="6147" name="Content Placeholder 2"/>
          <p:cNvSpPr>
            <a:spLocks noGrp="1"/>
          </p:cNvSpPr>
          <p:nvPr>
            <p:ph idx="1"/>
          </p:nvPr>
        </p:nvSpPr>
        <p:spPr/>
        <p:txBody>
          <a:bodyPr/>
          <a:lstStyle/>
          <a:p>
            <a:r>
              <a:rPr lang="en-US"/>
              <a:t>A customer should login with his/her Customer ID and check the customized deals available for him/her.</a:t>
            </a:r>
          </a:p>
          <a:p>
            <a:endParaRPr lang="en-US"/>
          </a:p>
          <a:p>
            <a:r>
              <a:rPr lang="en-US"/>
              <a:t>Deal customization and Loan Amount Calculation is done based on the analysis of his/her income, credit history and other factors.</a:t>
            </a:r>
          </a:p>
          <a:p>
            <a:endParaRPr lang="en-US"/>
          </a:p>
          <a:p>
            <a:r>
              <a:rPr lang="en-US"/>
              <a:t>Through our portal one customer can see the EMI amount he is required to pay based on tenure selected.</a:t>
            </a:r>
          </a:p>
          <a:p>
            <a:endParaRPr lang="en-US"/>
          </a:p>
          <a:p>
            <a:r>
              <a:rPr lang="en-US"/>
              <a:t>Lastly a customer can apply for Loan for a deal.</a:t>
            </a:r>
            <a:endParaRPr lang="en-IN"/>
          </a:p>
        </p:txBody>
      </p:sp>
    </p:spTree>
    <p:extLst>
      <p:ext uri="{BB962C8B-B14F-4D97-AF65-F5344CB8AC3E}">
        <p14:creationId xmlns:p14="http://schemas.microsoft.com/office/powerpoint/2010/main" val="4010812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016000" y="329629"/>
            <a:ext cx="10261600" cy="577850"/>
          </a:xfrm>
        </p:spPr>
        <p:txBody>
          <a:bodyPr wrap="square" anchor="ctr">
            <a:normAutofit/>
          </a:bodyPr>
          <a:lstStyle/>
          <a:p>
            <a:r>
              <a:rPr lang="en-US" altLang="en-US">
                <a:solidFill>
                  <a:srgbClr val="D1060F"/>
                </a:solidFill>
              </a:rPr>
              <a:t>ARCHITECTURE </a:t>
            </a:r>
          </a:p>
        </p:txBody>
      </p:sp>
      <p:pic>
        <p:nvPicPr>
          <p:cNvPr id="2" name="Picture 2" descr="Diagram&#10;&#10;Description automatically generated">
            <a:extLst>
              <a:ext uri="{FF2B5EF4-FFF2-40B4-BE49-F238E27FC236}">
                <a16:creationId xmlns:a16="http://schemas.microsoft.com/office/drawing/2014/main" id="{D4365089-480C-475D-8ADA-6F1C4AA0BBD7}"/>
              </a:ext>
            </a:extLst>
          </p:cNvPr>
          <p:cNvPicPr>
            <a:picLocks noGrp="1" noChangeAspect="1"/>
          </p:cNvPicPr>
          <p:nvPr>
            <p:ph idx="1"/>
          </p:nvPr>
        </p:nvPicPr>
        <p:blipFill>
          <a:blip r:embed="rId2"/>
          <a:stretch>
            <a:fillRect/>
          </a:stretch>
        </p:blipFill>
        <p:spPr>
          <a:xfrm>
            <a:off x="1979287" y="1567543"/>
            <a:ext cx="7082489" cy="4267200"/>
          </a:xfrm>
          <a:noFill/>
        </p:spPr>
      </p:pic>
    </p:spTree>
    <p:extLst>
      <p:ext uri="{BB962C8B-B14F-4D97-AF65-F5344CB8AC3E}">
        <p14:creationId xmlns:p14="http://schemas.microsoft.com/office/powerpoint/2010/main" val="2168379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CF9A3-4A6F-4A44-B19C-E0C56D793105}"/>
              </a:ext>
            </a:extLst>
          </p:cNvPr>
          <p:cNvSpPr>
            <a:spLocks noGrp="1"/>
          </p:cNvSpPr>
          <p:nvPr>
            <p:ph type="title"/>
          </p:nvPr>
        </p:nvSpPr>
        <p:spPr>
          <a:xfrm>
            <a:off x="718836" y="2002632"/>
            <a:ext cx="10515600" cy="1346744"/>
          </a:xfrm>
        </p:spPr>
        <p:txBody>
          <a:bodyPr/>
          <a:lstStyle/>
          <a:p>
            <a:pPr algn="ctr"/>
            <a:r>
              <a:rPr lang="en-US" sz="7200">
                <a:solidFill>
                  <a:srgbClr val="C00000"/>
                </a:solidFill>
              </a:rPr>
              <a:t>DEMO</a:t>
            </a:r>
          </a:p>
        </p:txBody>
      </p:sp>
    </p:spTree>
    <p:extLst>
      <p:ext uri="{BB962C8B-B14F-4D97-AF65-F5344CB8AC3E}">
        <p14:creationId xmlns:p14="http://schemas.microsoft.com/office/powerpoint/2010/main" val="4106807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5952C-AB25-44BF-850C-00FF09B65FA0}"/>
              </a:ext>
            </a:extLst>
          </p:cNvPr>
          <p:cNvSpPr>
            <a:spLocks noGrp="1"/>
          </p:cNvSpPr>
          <p:nvPr>
            <p:ph type="title"/>
          </p:nvPr>
        </p:nvSpPr>
        <p:spPr/>
        <p:txBody>
          <a:bodyPr/>
          <a:lstStyle/>
          <a:p>
            <a:r>
              <a:rPr lang="en-US">
                <a:solidFill>
                  <a:srgbClr val="C00000"/>
                </a:solidFill>
              </a:rPr>
              <a:t>ALGORITHM</a:t>
            </a:r>
          </a:p>
        </p:txBody>
      </p:sp>
      <p:sp>
        <p:nvSpPr>
          <p:cNvPr id="3" name="Content Placeholder 2">
            <a:extLst>
              <a:ext uri="{FF2B5EF4-FFF2-40B4-BE49-F238E27FC236}">
                <a16:creationId xmlns:a16="http://schemas.microsoft.com/office/drawing/2014/main" id="{BC7CB960-666B-42F9-9207-1B582904D20D}"/>
              </a:ext>
            </a:extLst>
          </p:cNvPr>
          <p:cNvSpPr>
            <a:spLocks noGrp="1"/>
          </p:cNvSpPr>
          <p:nvPr>
            <p:ph idx="1"/>
          </p:nvPr>
        </p:nvSpPr>
        <p:spPr>
          <a:xfrm>
            <a:off x="735288" y="1295400"/>
            <a:ext cx="10228263" cy="4267200"/>
          </a:xfrm>
        </p:spPr>
        <p:txBody>
          <a:bodyPr/>
          <a:lstStyle/>
          <a:p>
            <a:pPr lvl="0">
              <a:lnSpc>
                <a:spcPct val="200000"/>
              </a:lnSpc>
              <a:buClr>
                <a:srgbClr val="BE050A"/>
              </a:buClr>
            </a:pPr>
            <a:r>
              <a:rPr lang="en-US">
                <a:solidFill>
                  <a:srgbClr val="C00000"/>
                </a:solidFill>
              </a:rPr>
              <a:t>TDSR( Total Debt Servicing Ratio) </a:t>
            </a:r>
          </a:p>
          <a:p>
            <a:pPr lvl="1">
              <a:lnSpc>
                <a:spcPct val="200000"/>
              </a:lnSpc>
            </a:pPr>
            <a:r>
              <a:rPr lang="en-US" sz="1800">
                <a:solidFill>
                  <a:srgbClr val="000000"/>
                </a:solidFill>
              </a:rPr>
              <a:t>It limits the amount borrowers can spend on debt repayments to 60 per cent of their monthly income.</a:t>
            </a:r>
          </a:p>
          <a:p>
            <a:pPr>
              <a:lnSpc>
                <a:spcPct val="200000"/>
              </a:lnSpc>
            </a:pPr>
            <a:r>
              <a:rPr lang="en-US"/>
              <a:t>Monthly Income  = Applicant Income + Co applicant Income – Living expenses</a:t>
            </a:r>
          </a:p>
          <a:p>
            <a:pPr>
              <a:lnSpc>
                <a:spcPct val="200000"/>
              </a:lnSpc>
            </a:pPr>
            <a:r>
              <a:rPr lang="en-US"/>
              <a:t>We have used factors like marital status, dependents, education, employment type, credit history and geographic information to estimate living expenses.</a:t>
            </a:r>
          </a:p>
          <a:p>
            <a:pPr>
              <a:lnSpc>
                <a:spcPct val="200000"/>
              </a:lnSpc>
            </a:pPr>
            <a:r>
              <a:rPr lang="en-US"/>
              <a:t>Borrower capacity = 60% of Monthly income – EMI for existing loans.</a:t>
            </a:r>
          </a:p>
        </p:txBody>
      </p:sp>
    </p:spTree>
    <p:extLst>
      <p:ext uri="{BB962C8B-B14F-4D97-AF65-F5344CB8AC3E}">
        <p14:creationId xmlns:p14="http://schemas.microsoft.com/office/powerpoint/2010/main" val="2955199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8196"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9125" y="6291263"/>
            <a:ext cx="1057275" cy="307975"/>
          </a:xfrm>
          <a:prstGeom prst="rect">
            <a:avLst/>
          </a:prstGeom>
          <a:ln>
            <a:noFill/>
          </a:ln>
          <a:effectLst>
            <a:outerShdw blurRad="292100" dist="139700" dir="2700000" algn="tl" rotWithShape="0">
              <a:srgbClr val="333333">
                <a:alpha val="65000"/>
              </a:srgbClr>
            </a:outerShdw>
          </a:effectLst>
        </p:spPr>
      </p:pic>
      <p:pic>
        <p:nvPicPr>
          <p:cNvPr id="8197" name="Picture 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525125" y="6297613"/>
            <a:ext cx="1057275" cy="307975"/>
          </a:xfrm>
          <a:prstGeom prst="rect">
            <a:avLst/>
          </a:prstGeom>
          <a:ln>
            <a:noFill/>
          </a:ln>
          <a:effectLst>
            <a:outerShdw blurRad="292100" dist="139700" dir="2700000" algn="tl" rotWithShape="0">
              <a:srgbClr val="333333">
                <a:alpha val="65000"/>
              </a:srgbClr>
            </a:outerShdw>
          </a:effectLst>
        </p:spPr>
      </p:pic>
      <p:sp>
        <p:nvSpPr>
          <p:cNvPr id="2" name="TextBox 1">
            <a:extLst>
              <a:ext uri="{FF2B5EF4-FFF2-40B4-BE49-F238E27FC236}">
                <a16:creationId xmlns:a16="http://schemas.microsoft.com/office/drawing/2014/main" id="{39B74CCE-E1EE-4918-BDB5-5C9257963851}"/>
              </a:ext>
            </a:extLst>
          </p:cNvPr>
          <p:cNvSpPr txBox="1"/>
          <p:nvPr/>
        </p:nvSpPr>
        <p:spPr>
          <a:xfrm>
            <a:off x="220436" y="2279650"/>
            <a:ext cx="1546679" cy="1938992"/>
          </a:xfrm>
          <a:prstGeom prst="rect">
            <a:avLst/>
          </a:prstGeom>
          <a:noFill/>
        </p:spPr>
        <p:txBody>
          <a:bodyPr wrap="square" lIns="91440" tIns="45720" rIns="91440" bIns="45720" rtlCol="0" anchor="t">
            <a:spAutoFit/>
          </a:bodyPr>
          <a:lstStyle/>
          <a:p>
            <a:r>
              <a:rPr lang="en-US" sz="2400" b="1">
                <a:solidFill>
                  <a:srgbClr val="D1060F"/>
                </a:solidFill>
                <a:latin typeface="Calibri"/>
                <a:cs typeface="Calibri"/>
              </a:rPr>
              <a:t>DATA </a:t>
            </a:r>
            <a:endParaRPr lang="en-US" sz="2400">
              <a:latin typeface="Calibri"/>
              <a:cs typeface="Calibri"/>
            </a:endParaRPr>
          </a:p>
          <a:p>
            <a:endParaRPr lang="en-US" sz="2400" b="1">
              <a:solidFill>
                <a:srgbClr val="D1060F"/>
              </a:solidFill>
              <a:latin typeface="Calibri"/>
              <a:cs typeface="Calibri"/>
            </a:endParaRPr>
          </a:p>
          <a:p>
            <a:r>
              <a:rPr lang="en-US" sz="2400" b="1">
                <a:solidFill>
                  <a:srgbClr val="D1060F"/>
                </a:solidFill>
                <a:latin typeface="Calibri"/>
                <a:cs typeface="Calibri"/>
              </a:rPr>
              <a:t>FLOW</a:t>
            </a:r>
            <a:endParaRPr lang="en-US" sz="2400">
              <a:solidFill>
                <a:srgbClr val="000000"/>
              </a:solidFill>
              <a:cs typeface="Calibri"/>
            </a:endParaRPr>
          </a:p>
          <a:p>
            <a:endParaRPr lang="en-US" sz="2400" b="1">
              <a:solidFill>
                <a:srgbClr val="D1060F"/>
              </a:solidFill>
              <a:latin typeface="Calibri"/>
              <a:cs typeface="Calibri"/>
            </a:endParaRPr>
          </a:p>
          <a:p>
            <a:r>
              <a:rPr lang="en-US" sz="2400" b="1">
                <a:solidFill>
                  <a:srgbClr val="D1060F"/>
                </a:solidFill>
                <a:latin typeface="Calibri"/>
                <a:cs typeface="Calibri"/>
              </a:rPr>
              <a:t>DIAGRAM </a:t>
            </a:r>
            <a:endParaRPr lang="en-US" sz="2400">
              <a:cs typeface="Calibri"/>
            </a:endParaRPr>
          </a:p>
        </p:txBody>
      </p:sp>
      <p:pic>
        <p:nvPicPr>
          <p:cNvPr id="3" name="Picture 3" descr="Diagram&#10;&#10;Description automatically generated">
            <a:extLst>
              <a:ext uri="{FF2B5EF4-FFF2-40B4-BE49-F238E27FC236}">
                <a16:creationId xmlns:a16="http://schemas.microsoft.com/office/drawing/2014/main" id="{D71BFB89-BB73-43CB-BE96-22FC71FD7357}"/>
              </a:ext>
            </a:extLst>
          </p:cNvPr>
          <p:cNvPicPr>
            <a:picLocks noChangeAspect="1"/>
          </p:cNvPicPr>
          <p:nvPr/>
        </p:nvPicPr>
        <p:blipFill rotWithShape="1">
          <a:blip r:embed="rId3"/>
          <a:srcRect l="618" t="1107" r="927" b="-229"/>
          <a:stretch/>
        </p:blipFill>
        <p:spPr>
          <a:xfrm>
            <a:off x="1767117" y="413269"/>
            <a:ext cx="8666986" cy="568429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en-US">
                <a:solidFill>
                  <a:srgbClr val="D1060F"/>
                </a:solidFill>
              </a:rPr>
              <a:t>FUTURE WORK</a:t>
            </a:r>
          </a:p>
        </p:txBody>
      </p:sp>
      <p:sp>
        <p:nvSpPr>
          <p:cNvPr id="6147" name="Content Placeholder 2"/>
          <p:cNvSpPr>
            <a:spLocks noGrp="1"/>
          </p:cNvSpPr>
          <p:nvPr>
            <p:ph idx="1"/>
          </p:nvPr>
        </p:nvSpPr>
        <p:spPr/>
        <p:txBody>
          <a:bodyPr/>
          <a:lstStyle/>
          <a:p>
            <a:r>
              <a:rPr lang="en-US"/>
              <a:t>We can build Sign Up option where users first have to create bank account and then log in to this portal.</a:t>
            </a:r>
          </a:p>
          <a:p>
            <a:endParaRPr lang="en-US"/>
          </a:p>
          <a:p>
            <a:r>
              <a:rPr lang="en-US"/>
              <a:t>We can build API for the dealers through which they can have some idea regarding the interest of the customer.</a:t>
            </a:r>
          </a:p>
          <a:p>
            <a:endParaRPr lang="en-IN"/>
          </a:p>
          <a:p>
            <a:endParaRPr lang="en-US" altLang="en-US"/>
          </a:p>
        </p:txBody>
      </p:sp>
    </p:spTree>
    <p:extLst>
      <p:ext uri="{BB962C8B-B14F-4D97-AF65-F5344CB8AC3E}">
        <p14:creationId xmlns:p14="http://schemas.microsoft.com/office/powerpoint/2010/main" val="3974463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E9C2EE6-2FB9-4A22-81E5-427F9B3DFA75}"/>
              </a:ext>
            </a:extLst>
          </p:cNvPr>
          <p:cNvSpPr>
            <a:spLocks noGrp="1"/>
          </p:cNvSpPr>
          <p:nvPr>
            <p:ph type="title"/>
          </p:nvPr>
        </p:nvSpPr>
        <p:spPr>
          <a:xfrm>
            <a:off x="3806825" y="2984500"/>
            <a:ext cx="10261600" cy="577850"/>
          </a:xfrm>
        </p:spPr>
        <p:txBody>
          <a:bodyPr/>
          <a:lstStyle/>
          <a:p>
            <a:r>
              <a:rPr lang="en-US" sz="4800">
                <a:solidFill>
                  <a:srgbClr val="D1060F"/>
                </a:solidFill>
              </a:rPr>
              <a:t>ANY QUESTIONS</a:t>
            </a:r>
          </a:p>
        </p:txBody>
      </p:sp>
      <mc:AlternateContent xmlns:mc="http://schemas.openxmlformats.org/markup-compatibility/2006">
        <mc:Choice xmlns:am3d="http://schemas.microsoft.com/office/drawing/2017/model3d" Requires="am3d">
          <p:graphicFrame>
            <p:nvGraphicFramePr>
              <p:cNvPr id="4" name="Content Placeholder 3" descr="Red Question mark">
                <a:extLst>
                  <a:ext uri="{FF2B5EF4-FFF2-40B4-BE49-F238E27FC236}">
                    <a16:creationId xmlns:a16="http://schemas.microsoft.com/office/drawing/2014/main" id="{79821198-E23C-45E0-B0FB-E09DE8898945}"/>
                  </a:ext>
                </a:extLst>
              </p:cNvPr>
              <p:cNvGraphicFramePr>
                <a:graphicFrameLocks noGrp="1" noChangeAspect="1"/>
              </p:cNvGraphicFramePr>
              <p:nvPr>
                <p:ph idx="4294967295"/>
                <p:extLst>
                  <p:ext uri="{D42A27DB-BD31-4B8C-83A1-F6EECF244321}">
                    <p14:modId xmlns:p14="http://schemas.microsoft.com/office/powerpoint/2010/main" val="1882328110"/>
                  </p:ext>
                </p:extLst>
              </p:nvPr>
            </p:nvGraphicFramePr>
            <p:xfrm>
              <a:off x="2038350" y="844550"/>
              <a:ext cx="1882775" cy="3051175"/>
            </p:xfrm>
            <a:graphic>
              <a:graphicData uri="http://schemas.microsoft.com/office/drawing/2017/model3d">
                <am3d:model3d r:embed="rId2">
                  <am3d:spPr>
                    <a:xfrm>
                      <a:off x="0" y="0"/>
                      <a:ext cx="1882775" cy="3051175"/>
                    </a:xfrm>
                    <a:prstGeom prst="rect">
                      <a:avLst/>
                    </a:prstGeom>
                  </am3d:spPr>
                  <am3d:camera>
                    <am3d:pos x="0" y="0" z="55389530"/>
                    <am3d:up dx="0" dy="36000000" dz="0"/>
                    <am3d:lookAt x="0" y="0" z="0"/>
                    <am3d:perspective fov="2700000"/>
                  </am3d:camera>
                  <am3d:trans>
                    <am3d:meterPerModelUnit n="3517042" d="1000000"/>
                    <am3d:preTrans dx="0" dy="-18004113" dz="-4973"/>
                    <am3d:scale>
                      <am3d:sx n="1000000" d="1000000"/>
                      <am3d:sy n="1000000" d="1000000"/>
                      <am3d:sz n="1000000" d="1000000"/>
                    </am3d:scale>
                    <am3d:rot/>
                    <am3d:postTrans dx="0" dy="0" dz="0"/>
                  </am3d:trans>
                  <am3d:raster rName="Office3DRenderer" rVer="16.0.8326">
                    <am3d:blip r:embed="rId3"/>
                  </am3d:raster>
                  <am3d:objViewport viewportSz="37913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 name="Content Placeholder 3" descr="Red Question mark">
                <a:extLst>
                  <a:ext uri="{FF2B5EF4-FFF2-40B4-BE49-F238E27FC236}">
                    <a16:creationId xmlns:a16="http://schemas.microsoft.com/office/drawing/2014/main" id="{79821198-E23C-45E0-B0FB-E09DE8898945}"/>
                  </a:ext>
                </a:extLst>
              </p:cNvPr>
              <p:cNvPicPr>
                <a:picLocks noGrp="1" noRot="1" noChangeAspect="1" noMove="1" noResize="1" noEditPoints="1" noAdjustHandles="1" noChangeArrowheads="1" noChangeShapeType="1" noCrop="1"/>
              </p:cNvPicPr>
              <p:nvPr/>
            </p:nvPicPr>
            <p:blipFill>
              <a:blip r:embed="rId3"/>
              <a:stretch>
                <a:fillRect/>
              </a:stretch>
            </p:blipFill>
            <p:spPr>
              <a:xfrm>
                <a:off x="2038350" y="844550"/>
                <a:ext cx="1882775" cy="3051175"/>
              </a:xfrm>
              <a:prstGeom prst="rect">
                <a:avLst/>
              </a:prstGeom>
            </p:spPr>
          </p:pic>
        </mc:Fallback>
      </mc:AlternateContent>
    </p:spTree>
    <p:extLst>
      <p:ext uri="{BB962C8B-B14F-4D97-AF65-F5344CB8AC3E}">
        <p14:creationId xmlns:p14="http://schemas.microsoft.com/office/powerpoint/2010/main" val="446759241"/>
      </p:ext>
    </p:extLst>
  </p:cSld>
  <p:clrMapOvr>
    <a:masterClrMapping/>
  </p:clrMapOvr>
</p:sld>
</file>

<file path=ppt/theme/theme1.xml><?xml version="1.0" encoding="utf-8"?>
<a:theme xmlns:a="http://schemas.openxmlformats.org/drawingml/2006/main" name="DBS Colour Theme">
  <a:themeElements>
    <a:clrScheme name="Custom 1">
      <a:dk1>
        <a:srgbClr val="000000"/>
      </a:dk1>
      <a:lt1>
        <a:srgbClr val="FFFFFF"/>
      </a:lt1>
      <a:dk2>
        <a:srgbClr val="000000"/>
      </a:dk2>
      <a:lt2>
        <a:srgbClr val="969696"/>
      </a:lt2>
      <a:accent1>
        <a:srgbClr val="BE050A"/>
      </a:accent1>
      <a:accent2>
        <a:srgbClr val="FAD0A9"/>
      </a:accent2>
      <a:accent3>
        <a:srgbClr val="FFFFFF"/>
      </a:accent3>
      <a:accent4>
        <a:srgbClr val="000000"/>
      </a:accent4>
      <a:accent5>
        <a:srgbClr val="DBAAAA"/>
      </a:accent5>
      <a:accent6>
        <a:srgbClr val="E3BC99"/>
      </a:accent6>
      <a:hlink>
        <a:srgbClr val="E59B9D"/>
      </a:hlink>
      <a:folHlink>
        <a:srgbClr val="B2B2B2"/>
      </a:folHlink>
    </a:clrScheme>
    <a:fontScheme name="DBS PPT template 0207">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8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8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BS PPT template 020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BS PPT template 020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BS PPT template 020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BS PPT template 020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BS PPT template 02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BS PPT template 02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BS PPT template 02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BS ppt 18 Jan.ppt [Read-Only] [Compatibility Mode]" id="{9678D7A2-D245-4817-9784-B8D0CFA7FACD}" vid="{E0D09B04-E3BA-43F4-A6D2-08D4CED41DD1}"/>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BS ppt 18 Jan.ppt [Read-Only] [Compatibility Mode]" id="{9678D7A2-D245-4817-9784-B8D0CFA7FACD}" vid="{E834B0B7-92B8-4A14-82A2-82BE8A653C9F}"/>
    </a:ext>
  </a:extLst>
</a:theme>
</file>

<file path=docProps/app.xml><?xml version="1.0" encoding="utf-8"?>
<Properties xmlns="http://schemas.openxmlformats.org/officeDocument/2006/extended-properties" xmlns:vt="http://schemas.openxmlformats.org/officeDocument/2006/docPropsVTypes">
  <Template>DBS (English)</Template>
  <Application>Microsoft Office PowerPoint</Application>
  <PresentationFormat>Widescreen</PresentationFormat>
  <Slides>10</Slides>
  <Notes>0</Notes>
  <HiddenSlides>0</HiddenSlides>
  <ScaleCrop>false</ScaleCrop>
  <HeadingPairs>
    <vt:vector size="4" baseType="variant">
      <vt:variant>
        <vt:lpstr>Theme</vt:lpstr>
      </vt:variant>
      <vt:variant>
        <vt:i4>2</vt:i4>
      </vt:variant>
      <vt:variant>
        <vt:lpstr>Slide Titles</vt:lpstr>
      </vt:variant>
      <vt:variant>
        <vt:i4>10</vt:i4>
      </vt:variant>
    </vt:vector>
  </HeadingPairs>
  <TitlesOfParts>
    <vt:vector size="12" baseType="lpstr">
      <vt:lpstr>DBS Colour Theme</vt:lpstr>
      <vt:lpstr>Custom Design</vt:lpstr>
      <vt:lpstr>C2E PROJECT DIGITAL BANK</vt:lpstr>
      <vt:lpstr>OVERVIEW</vt:lpstr>
      <vt:lpstr>OBJECTIVE</vt:lpstr>
      <vt:lpstr>PROPOSED SOLUTION</vt:lpstr>
      <vt:lpstr>ARCHITECTURE </vt:lpstr>
      <vt:lpstr>DEMO</vt:lpstr>
      <vt:lpstr>ALGORITHM</vt:lpstr>
      <vt:lpstr>PowerPoint Presentation</vt:lpstr>
      <vt:lpstr>FUTURE WORK</vt:lpstr>
      <vt:lpstr>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C2E PROJECT DIGITAL BANK</dc:title>
  <dc:creator>Amisha KUMARI</dc:creator>
  <cp:revision>1</cp:revision>
  <dcterms:created xsi:type="dcterms:W3CDTF">2020-11-03T04:53:52Z</dcterms:created>
  <dcterms:modified xsi:type="dcterms:W3CDTF">2020-11-03T13:16:23Z</dcterms:modified>
</cp:coreProperties>
</file>